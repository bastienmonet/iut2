
<file path=[Content_Types].xml><?xml version="1.0" encoding="utf-8"?>
<Types xmlns="http://schemas.openxmlformats.org/package/2006/content-types">
  <Default Extension="docx" ContentType="application/vnd.openxmlformats-officedocument.wordprocessingml.documen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bookmarkIdSeed="7">
  <p:sldMasterIdLst>
    <p:sldMasterId id="2147483648" r:id="rId1"/>
  </p:sldMasterIdLst>
  <p:sldIdLst>
    <p:sldId id="256" r:id="rId2"/>
    <p:sldId id="257" r:id="rId3"/>
    <p:sldId id="258" r:id="rId4"/>
    <p:sldId id="259" r:id="rId5"/>
    <p:sldId id="260"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80" r:id="rId23"/>
    <p:sldId id="278" r:id="rId24"/>
    <p:sldId id="27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2" d="100"/>
          <a:sy n="62" d="100"/>
        </p:scale>
        <p:origin x="828"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5_4">
  <dgm:title val=""/>
  <dgm:desc val=""/>
  <dgm:catLst>
    <dgm:cat type="accent5" pri="11400"/>
  </dgm:catLst>
  <dgm:styleLbl name="node0">
    <dgm:fillClrLst meth="cycle">
      <a:schemeClr val="accent5">
        <a:shade val="60000"/>
      </a:schemeClr>
    </dgm:fillClrLst>
    <dgm:linClrLst meth="repeat">
      <a:schemeClr val="lt1"/>
    </dgm:linClrLst>
    <dgm:effectClrLst/>
    <dgm:txLinClrLst/>
    <dgm:txFillClrLst/>
    <dgm:txEffectClrLst/>
  </dgm:styleLbl>
  <dgm:styleLbl name="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alignNode1">
    <dgm:fillClrLst meth="cycle">
      <a:schemeClr val="accent5">
        <a:shade val="50000"/>
      </a:schemeClr>
      <a:schemeClr val="accent5">
        <a:tint val="55000"/>
      </a:schemeClr>
    </dgm:fillClrLst>
    <dgm:linClrLst meth="cycle">
      <a:schemeClr val="accent5">
        <a:shade val="50000"/>
      </a:schemeClr>
      <a:schemeClr val="accent5">
        <a:tint val="55000"/>
      </a:schemeClr>
    </dgm:linClrLst>
    <dgm:effectClrLst/>
    <dgm:txLinClrLst/>
    <dgm:txFillClrLst/>
    <dgm:txEffectClrLst/>
  </dgm:styleLbl>
  <dgm:styleLbl name="ln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vennNode1">
    <dgm:fillClrLst meth="cycle">
      <a:schemeClr val="accent5">
        <a:shade val="80000"/>
        <a:alpha val="50000"/>
      </a:schemeClr>
      <a:schemeClr val="accent5">
        <a:tint val="50000"/>
        <a:alpha val="50000"/>
      </a:schemeClr>
    </dgm:fillClrLst>
    <dgm:linClrLst meth="repeat">
      <a:schemeClr val="lt1"/>
    </dgm:linClrLst>
    <dgm:effectClrLst/>
    <dgm:txLinClrLst/>
    <dgm:txFillClrLst/>
    <dgm:txEffectClrLst/>
  </dgm:styleLbl>
  <dgm:styleLbl name="node2">
    <dgm:fillClrLst>
      <a:schemeClr val="accent5">
        <a:shade val="80000"/>
      </a:schemeClr>
    </dgm:fillClrLst>
    <dgm:linClrLst meth="repeat">
      <a:schemeClr val="lt1"/>
    </dgm:linClrLst>
    <dgm:effectClrLst/>
    <dgm:txLinClrLst/>
    <dgm:txFillClrLst/>
    <dgm:txEffectClrLst/>
  </dgm:styleLbl>
  <dgm:styleLbl name="node3">
    <dgm:fillClrLst>
      <a:schemeClr val="accent5">
        <a:tint val="99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f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b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f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sibTrans1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0000"/>
      </a:schemeClr>
    </dgm:fillClrLst>
    <dgm:linClrLst meth="repeat">
      <a:schemeClr val="lt1"/>
    </dgm:linClrLst>
    <dgm:effectClrLst/>
    <dgm:txLinClrLst/>
    <dgm:txFillClrLst/>
    <dgm:txEffectClrLst/>
  </dgm:styleLbl>
  <dgm:styleLbl name="asst3">
    <dgm:fillClrLst>
      <a:schemeClr val="accent5">
        <a:tint val="70000"/>
      </a:schemeClr>
    </dgm:fillClrLst>
    <dgm:linClrLst meth="repeat">
      <a:schemeClr val="lt1"/>
    </dgm:linClrLst>
    <dgm:effectClrLst/>
    <dgm:txLinClrLst/>
    <dgm:txFillClrLst/>
    <dgm:txEffectClrLst/>
  </dgm:styleLbl>
  <dgm:styleLbl name="asst4">
    <dgm:fillClrLst>
      <a:schemeClr val="accent5">
        <a:tint val="5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align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bgAccFollowNode1">
    <dgm:fillClrLst meth="repeat">
      <a:schemeClr val="accent5">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bgShp">
    <dgm:fillClrLst meth="repeat">
      <a:schemeClr val="accent5">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55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D64381B-F080-4D45-BE92-8B3C2D97263E}" type="doc">
      <dgm:prSet loTypeId="urn:microsoft.com/office/officeart/2005/8/layout/pyramid1" loCatId="pyramid" qsTypeId="urn:microsoft.com/office/officeart/2005/8/quickstyle/simple4" qsCatId="simple" csTypeId="urn:microsoft.com/office/officeart/2005/8/colors/accent5_4" csCatId="accent5" phldr="1"/>
      <dgm:spPr/>
    </dgm:pt>
    <dgm:pt modelId="{66BC5D51-B764-48E8-9285-5A0434EF89D7}">
      <dgm:prSet phldrT="[Texte]"/>
      <dgm:spPr/>
      <dgm:t>
        <a:bodyPr/>
        <a:lstStyle/>
        <a:p>
          <a:r>
            <a:rPr lang="fr-FR" dirty="0">
              <a:solidFill>
                <a:schemeClr val="tx2">
                  <a:lumMod val="10000"/>
                </a:schemeClr>
              </a:solidFill>
            </a:rPr>
            <a:t>Sagesse</a:t>
          </a:r>
        </a:p>
      </dgm:t>
    </dgm:pt>
    <dgm:pt modelId="{00486AB8-1403-4D75-824B-82254DFBE7F7}" type="parTrans" cxnId="{3243CBC8-666B-4935-9FF7-A8ABD341FFDF}">
      <dgm:prSet/>
      <dgm:spPr/>
      <dgm:t>
        <a:bodyPr/>
        <a:lstStyle/>
        <a:p>
          <a:endParaRPr lang="fr-FR"/>
        </a:p>
      </dgm:t>
    </dgm:pt>
    <dgm:pt modelId="{05C2A72E-A2EA-4905-9B0C-001F8D31EFC3}" type="sibTrans" cxnId="{3243CBC8-666B-4935-9FF7-A8ABD341FFDF}">
      <dgm:prSet/>
      <dgm:spPr/>
      <dgm:t>
        <a:bodyPr/>
        <a:lstStyle/>
        <a:p>
          <a:endParaRPr lang="fr-FR"/>
        </a:p>
      </dgm:t>
    </dgm:pt>
    <dgm:pt modelId="{19A2F692-AE5C-44CE-A2F8-529041B23DB5}">
      <dgm:prSet phldrT="[Texte]"/>
      <dgm:spPr/>
      <dgm:t>
        <a:bodyPr/>
        <a:lstStyle/>
        <a:p>
          <a:r>
            <a:rPr lang="fr-FR" dirty="0">
              <a:solidFill>
                <a:schemeClr val="tx2">
                  <a:lumMod val="10000"/>
                </a:schemeClr>
              </a:solidFill>
            </a:rPr>
            <a:t>Information</a:t>
          </a:r>
        </a:p>
      </dgm:t>
    </dgm:pt>
    <dgm:pt modelId="{CADFD2B5-1566-4819-B34F-507FA86D439C}" type="parTrans" cxnId="{D74EA769-2B94-472E-B541-AD583EB5887E}">
      <dgm:prSet/>
      <dgm:spPr/>
      <dgm:t>
        <a:bodyPr/>
        <a:lstStyle/>
        <a:p>
          <a:endParaRPr lang="fr-FR"/>
        </a:p>
      </dgm:t>
    </dgm:pt>
    <dgm:pt modelId="{4E4FA811-DA60-41D5-8A6D-B719D7F1E7EF}" type="sibTrans" cxnId="{D74EA769-2B94-472E-B541-AD583EB5887E}">
      <dgm:prSet/>
      <dgm:spPr/>
      <dgm:t>
        <a:bodyPr/>
        <a:lstStyle/>
        <a:p>
          <a:endParaRPr lang="fr-FR"/>
        </a:p>
      </dgm:t>
    </dgm:pt>
    <dgm:pt modelId="{7412850B-C279-47D8-B545-843BCAA72074}">
      <dgm:prSet phldrT="[Texte]"/>
      <dgm:spPr/>
      <dgm:t>
        <a:bodyPr/>
        <a:lstStyle/>
        <a:p>
          <a:r>
            <a:rPr lang="fr-FR" dirty="0">
              <a:solidFill>
                <a:schemeClr val="tx2">
                  <a:lumMod val="10000"/>
                </a:schemeClr>
              </a:solidFill>
            </a:rPr>
            <a:t>Donnée</a:t>
          </a:r>
        </a:p>
      </dgm:t>
    </dgm:pt>
    <dgm:pt modelId="{B46666DA-2437-43DE-BC0E-00089CE51289}" type="parTrans" cxnId="{27BE97FA-4C5F-42AF-AB53-D1CCC565D479}">
      <dgm:prSet/>
      <dgm:spPr/>
      <dgm:t>
        <a:bodyPr/>
        <a:lstStyle/>
        <a:p>
          <a:endParaRPr lang="fr-FR"/>
        </a:p>
      </dgm:t>
    </dgm:pt>
    <dgm:pt modelId="{7A3223F8-4F04-4CFA-9BD3-035A4D78F30D}" type="sibTrans" cxnId="{27BE97FA-4C5F-42AF-AB53-D1CCC565D479}">
      <dgm:prSet/>
      <dgm:spPr/>
      <dgm:t>
        <a:bodyPr/>
        <a:lstStyle/>
        <a:p>
          <a:endParaRPr lang="fr-FR"/>
        </a:p>
      </dgm:t>
    </dgm:pt>
    <dgm:pt modelId="{C77997FF-669F-4E5E-AC8C-AB9CBBB1DED7}">
      <dgm:prSet/>
      <dgm:spPr/>
      <dgm:t>
        <a:bodyPr/>
        <a:lstStyle/>
        <a:p>
          <a:r>
            <a:rPr lang="fr-FR" dirty="0">
              <a:solidFill>
                <a:schemeClr val="tx2">
                  <a:lumMod val="10000"/>
                </a:schemeClr>
              </a:solidFill>
            </a:rPr>
            <a:t>Connaissance</a:t>
          </a:r>
        </a:p>
      </dgm:t>
    </dgm:pt>
    <dgm:pt modelId="{27B6529F-40A3-46B5-BD57-2ED1AA34E9A1}" type="parTrans" cxnId="{0E8A7AD5-5E93-44B9-B60C-3D6D9F0A7D76}">
      <dgm:prSet/>
      <dgm:spPr/>
      <dgm:t>
        <a:bodyPr/>
        <a:lstStyle/>
        <a:p>
          <a:endParaRPr lang="fr-FR"/>
        </a:p>
      </dgm:t>
    </dgm:pt>
    <dgm:pt modelId="{81A5D2A2-C394-49F8-8931-3AFC70653D61}" type="sibTrans" cxnId="{0E8A7AD5-5E93-44B9-B60C-3D6D9F0A7D76}">
      <dgm:prSet/>
      <dgm:spPr/>
      <dgm:t>
        <a:bodyPr/>
        <a:lstStyle/>
        <a:p>
          <a:endParaRPr lang="fr-FR"/>
        </a:p>
      </dgm:t>
    </dgm:pt>
    <dgm:pt modelId="{45D9D10E-B248-43DA-B70E-6D7D32E166C6}">
      <dgm:prSet/>
      <dgm:spPr/>
      <dgm:t>
        <a:bodyPr/>
        <a:lstStyle/>
        <a:p>
          <a:r>
            <a:rPr lang="fr-FR"/>
            <a:t>Décision, Compréhensif, Personnel</a:t>
          </a:r>
        </a:p>
      </dgm:t>
    </dgm:pt>
    <dgm:pt modelId="{74EE1DBF-BC65-4FA5-8264-9A9BEC41ED69}" type="parTrans" cxnId="{8A44DE6A-34D2-4754-B5FB-82DDC1211B53}">
      <dgm:prSet/>
      <dgm:spPr/>
      <dgm:t>
        <a:bodyPr/>
        <a:lstStyle/>
        <a:p>
          <a:endParaRPr lang="fr-FR"/>
        </a:p>
      </dgm:t>
    </dgm:pt>
    <dgm:pt modelId="{DB341968-F4C8-4935-8E8C-BEB385DA0A67}" type="sibTrans" cxnId="{8A44DE6A-34D2-4754-B5FB-82DDC1211B53}">
      <dgm:prSet/>
      <dgm:spPr/>
      <dgm:t>
        <a:bodyPr/>
        <a:lstStyle/>
        <a:p>
          <a:endParaRPr lang="fr-FR"/>
        </a:p>
      </dgm:t>
    </dgm:pt>
    <dgm:pt modelId="{8272DB0F-8C16-483F-912F-EB908268F807}">
      <dgm:prSet/>
      <dgm:spPr/>
      <dgm:t>
        <a:bodyPr/>
        <a:lstStyle/>
        <a:p>
          <a:r>
            <a:rPr lang="fr-FR"/>
            <a:t>Synthétisée, formalisée, savoir</a:t>
          </a:r>
        </a:p>
      </dgm:t>
    </dgm:pt>
    <dgm:pt modelId="{5909D021-905F-459D-BAE2-B6BE36195592}" type="parTrans" cxnId="{115A8517-13C3-441F-A123-1BBC2F2BBA85}">
      <dgm:prSet/>
      <dgm:spPr/>
      <dgm:t>
        <a:bodyPr/>
        <a:lstStyle/>
        <a:p>
          <a:endParaRPr lang="fr-FR"/>
        </a:p>
      </dgm:t>
    </dgm:pt>
    <dgm:pt modelId="{3F6D9C5F-25D1-4C0A-A281-A78004137D29}" type="sibTrans" cxnId="{115A8517-13C3-441F-A123-1BBC2F2BBA85}">
      <dgm:prSet/>
      <dgm:spPr/>
      <dgm:t>
        <a:bodyPr/>
        <a:lstStyle/>
        <a:p>
          <a:endParaRPr lang="fr-FR"/>
        </a:p>
      </dgm:t>
    </dgm:pt>
    <dgm:pt modelId="{6345B246-CDE8-4732-A4F3-FE59F95FDFCA}">
      <dgm:prSet/>
      <dgm:spPr/>
      <dgm:t>
        <a:bodyPr/>
        <a:lstStyle/>
        <a:p>
          <a:r>
            <a:rPr lang="fr-FR"/>
            <a:t>Contextualisée, organisée, structurée</a:t>
          </a:r>
        </a:p>
      </dgm:t>
    </dgm:pt>
    <dgm:pt modelId="{22C62AFB-E705-4D73-8AD2-F62ED1C2876C}" type="parTrans" cxnId="{3411B29A-FF05-4545-A6C0-D5BEFCA3AEF3}">
      <dgm:prSet/>
      <dgm:spPr/>
      <dgm:t>
        <a:bodyPr/>
        <a:lstStyle/>
        <a:p>
          <a:endParaRPr lang="fr-FR"/>
        </a:p>
      </dgm:t>
    </dgm:pt>
    <dgm:pt modelId="{9650EE86-5F54-47C2-AEA7-6CE4324F8524}" type="sibTrans" cxnId="{3411B29A-FF05-4545-A6C0-D5BEFCA3AEF3}">
      <dgm:prSet/>
      <dgm:spPr/>
      <dgm:t>
        <a:bodyPr/>
        <a:lstStyle/>
        <a:p>
          <a:endParaRPr lang="fr-FR"/>
        </a:p>
      </dgm:t>
    </dgm:pt>
    <dgm:pt modelId="{2A39A873-0946-4563-97D5-512F8173B368}">
      <dgm:prSet/>
      <dgm:spPr/>
      <dgm:t>
        <a:bodyPr/>
        <a:lstStyle/>
        <a:p>
          <a:r>
            <a:rPr lang="fr-FR"/>
            <a:t>Symbole dépourvu de sens</a:t>
          </a:r>
        </a:p>
      </dgm:t>
    </dgm:pt>
    <dgm:pt modelId="{4F596417-685D-449C-99A2-463C944CD510}" type="parTrans" cxnId="{3B6A3212-83F9-4356-9B18-495A58B3BCB7}">
      <dgm:prSet/>
      <dgm:spPr/>
      <dgm:t>
        <a:bodyPr/>
        <a:lstStyle/>
        <a:p>
          <a:endParaRPr lang="fr-FR"/>
        </a:p>
      </dgm:t>
    </dgm:pt>
    <dgm:pt modelId="{E0C3D831-673B-4302-9583-1596F5353B5C}" type="sibTrans" cxnId="{3B6A3212-83F9-4356-9B18-495A58B3BCB7}">
      <dgm:prSet/>
      <dgm:spPr/>
      <dgm:t>
        <a:bodyPr/>
        <a:lstStyle/>
        <a:p>
          <a:endParaRPr lang="fr-FR"/>
        </a:p>
      </dgm:t>
    </dgm:pt>
    <dgm:pt modelId="{9E94626D-9495-418E-99B0-8238286F5111}">
      <dgm:prSet/>
      <dgm:spPr/>
      <dgm:t>
        <a:bodyPr/>
        <a:lstStyle/>
        <a:p>
          <a:r>
            <a:rPr lang="fr-FR"/>
            <a:t>Comment ?</a:t>
          </a:r>
        </a:p>
      </dgm:t>
    </dgm:pt>
    <dgm:pt modelId="{EEB418F5-959D-4C5D-9475-7B46DBF147F2}" type="parTrans" cxnId="{833060C8-D09A-4BB5-B213-D3F69304386B}">
      <dgm:prSet/>
      <dgm:spPr/>
      <dgm:t>
        <a:bodyPr/>
        <a:lstStyle/>
        <a:p>
          <a:endParaRPr lang="fr-FR"/>
        </a:p>
      </dgm:t>
    </dgm:pt>
    <dgm:pt modelId="{606D3DDD-4DD5-4F7D-8DEA-F88C9C5D68E0}" type="sibTrans" cxnId="{833060C8-D09A-4BB5-B213-D3F69304386B}">
      <dgm:prSet/>
      <dgm:spPr/>
      <dgm:t>
        <a:bodyPr/>
        <a:lstStyle/>
        <a:p>
          <a:endParaRPr lang="fr-FR"/>
        </a:p>
      </dgm:t>
    </dgm:pt>
    <dgm:pt modelId="{EAB795CD-791E-4119-935C-1145655ECD22}">
      <dgm:prSet/>
      <dgm:spPr/>
      <dgm:t>
        <a:bodyPr/>
        <a:lstStyle/>
        <a:p>
          <a:r>
            <a:rPr lang="fr-FR"/>
            <a:t>Qui ? Quoi ? Où ? Quand ?</a:t>
          </a:r>
        </a:p>
      </dgm:t>
    </dgm:pt>
    <dgm:pt modelId="{74B5CC72-6058-4ACC-B72A-EBD9F8E43775}" type="parTrans" cxnId="{BE7CF7CE-BAF1-4AD4-8EF1-E7B9179AB765}">
      <dgm:prSet/>
      <dgm:spPr/>
      <dgm:t>
        <a:bodyPr/>
        <a:lstStyle/>
        <a:p>
          <a:endParaRPr lang="fr-FR"/>
        </a:p>
      </dgm:t>
    </dgm:pt>
    <dgm:pt modelId="{BB9E1F6E-3835-4290-AF71-85FF42F4CC79}" type="sibTrans" cxnId="{BE7CF7CE-BAF1-4AD4-8EF1-E7B9179AB765}">
      <dgm:prSet/>
      <dgm:spPr/>
      <dgm:t>
        <a:bodyPr/>
        <a:lstStyle/>
        <a:p>
          <a:endParaRPr lang="fr-FR"/>
        </a:p>
      </dgm:t>
    </dgm:pt>
    <dgm:pt modelId="{7E2EC46A-AA36-4EDB-9F32-D7C402F0340B}">
      <dgm:prSet/>
      <dgm:spPr/>
      <dgm:t>
        <a:bodyPr/>
        <a:lstStyle/>
        <a:p>
          <a:r>
            <a:rPr lang="fr-FR"/>
            <a:t>Permet d'établir le contexte</a:t>
          </a:r>
        </a:p>
      </dgm:t>
    </dgm:pt>
    <dgm:pt modelId="{47CF749A-D8D2-405B-ACC1-83D695948A05}" type="parTrans" cxnId="{26700D70-7FFF-4384-8FC7-E887D0C25211}">
      <dgm:prSet/>
      <dgm:spPr/>
      <dgm:t>
        <a:bodyPr/>
        <a:lstStyle/>
        <a:p>
          <a:endParaRPr lang="fr-FR"/>
        </a:p>
      </dgm:t>
    </dgm:pt>
    <dgm:pt modelId="{18D13876-7278-4D96-A9A3-90D2DE5A0DB5}" type="sibTrans" cxnId="{26700D70-7FFF-4384-8FC7-E887D0C25211}">
      <dgm:prSet/>
      <dgm:spPr/>
      <dgm:t>
        <a:bodyPr/>
        <a:lstStyle/>
        <a:p>
          <a:endParaRPr lang="fr-FR"/>
        </a:p>
      </dgm:t>
    </dgm:pt>
    <dgm:pt modelId="{57A4259B-ED04-4B57-9880-CA290E8E16A9}">
      <dgm:prSet/>
      <dgm:spPr/>
      <dgm:t>
        <a:bodyPr/>
        <a:lstStyle/>
        <a:p>
          <a:r>
            <a:rPr lang="fr-FR"/>
            <a:t>Permet d'établir le sens</a:t>
          </a:r>
        </a:p>
      </dgm:t>
    </dgm:pt>
    <dgm:pt modelId="{B486FAA1-01EB-49B0-853D-6D6F6624D5A1}" type="parTrans" cxnId="{D323706C-122E-43E3-9439-1B3CE9383364}">
      <dgm:prSet/>
      <dgm:spPr/>
      <dgm:t>
        <a:bodyPr/>
        <a:lstStyle/>
        <a:p>
          <a:endParaRPr lang="fr-FR"/>
        </a:p>
      </dgm:t>
    </dgm:pt>
    <dgm:pt modelId="{1444CBB0-BD9F-4DA4-8E7B-221D54844B4A}" type="sibTrans" cxnId="{D323706C-122E-43E3-9439-1B3CE9383364}">
      <dgm:prSet/>
      <dgm:spPr/>
      <dgm:t>
        <a:bodyPr/>
        <a:lstStyle/>
        <a:p>
          <a:endParaRPr lang="fr-FR"/>
        </a:p>
      </dgm:t>
    </dgm:pt>
    <dgm:pt modelId="{503B7059-309E-4171-BA72-DDC451E21D3A}">
      <dgm:prSet/>
      <dgm:spPr/>
      <dgm:t>
        <a:bodyPr/>
        <a:lstStyle/>
        <a:p>
          <a:r>
            <a:rPr lang="fr-FR"/>
            <a:t>Permet de développer une connaissance profonde</a:t>
          </a:r>
        </a:p>
      </dgm:t>
    </dgm:pt>
    <dgm:pt modelId="{D92A298B-78BE-46F1-B6DE-33CA0B5D7350}" type="parTrans" cxnId="{CEE99AFF-73E7-4433-8B5B-8E32290F52E5}">
      <dgm:prSet/>
      <dgm:spPr/>
      <dgm:t>
        <a:bodyPr/>
        <a:lstStyle/>
        <a:p>
          <a:endParaRPr lang="fr-FR"/>
        </a:p>
      </dgm:t>
    </dgm:pt>
    <dgm:pt modelId="{C3B8FCD6-37FF-42A6-9727-48D0A9953B07}" type="sibTrans" cxnId="{CEE99AFF-73E7-4433-8B5B-8E32290F52E5}">
      <dgm:prSet/>
      <dgm:spPr/>
      <dgm:t>
        <a:bodyPr/>
        <a:lstStyle/>
        <a:p>
          <a:endParaRPr lang="fr-FR"/>
        </a:p>
      </dgm:t>
    </dgm:pt>
    <dgm:pt modelId="{4D5C514C-7F15-45A4-A70E-58E7AA86C548}" type="pres">
      <dgm:prSet presAssocID="{4D64381B-F080-4D45-BE92-8B3C2D97263E}" presName="Name0" presStyleCnt="0">
        <dgm:presLayoutVars>
          <dgm:dir/>
          <dgm:animLvl val="lvl"/>
          <dgm:resizeHandles val="exact"/>
        </dgm:presLayoutVars>
      </dgm:prSet>
      <dgm:spPr/>
    </dgm:pt>
    <dgm:pt modelId="{9F75FFA5-5ED6-4095-A740-2134D0934EB5}" type="pres">
      <dgm:prSet presAssocID="{66BC5D51-B764-48E8-9285-5A0434EF89D7}" presName="Name8" presStyleCnt="0"/>
      <dgm:spPr/>
    </dgm:pt>
    <dgm:pt modelId="{DFBABE06-D4FC-4B0B-933D-2C520B544743}" type="pres">
      <dgm:prSet presAssocID="{66BC5D51-B764-48E8-9285-5A0434EF89D7}" presName="acctBkgd" presStyleLbl="alignAcc1" presStyleIdx="0" presStyleCnt="4"/>
      <dgm:spPr/>
    </dgm:pt>
    <dgm:pt modelId="{E0C9002B-4DF8-424D-9571-67BAAF474B99}" type="pres">
      <dgm:prSet presAssocID="{66BC5D51-B764-48E8-9285-5A0434EF89D7}" presName="acctTx" presStyleLbl="alignAcc1" presStyleIdx="0" presStyleCnt="4">
        <dgm:presLayoutVars>
          <dgm:bulletEnabled val="1"/>
        </dgm:presLayoutVars>
      </dgm:prSet>
      <dgm:spPr/>
    </dgm:pt>
    <dgm:pt modelId="{C6A69816-7C79-480D-81C0-9CBC62B9E095}" type="pres">
      <dgm:prSet presAssocID="{66BC5D51-B764-48E8-9285-5A0434EF89D7}" presName="level" presStyleLbl="node1" presStyleIdx="0" presStyleCnt="4">
        <dgm:presLayoutVars>
          <dgm:chMax val="1"/>
          <dgm:bulletEnabled val="1"/>
        </dgm:presLayoutVars>
      </dgm:prSet>
      <dgm:spPr/>
    </dgm:pt>
    <dgm:pt modelId="{0A45C8E2-61BC-4DCF-8863-B1E28DD06107}" type="pres">
      <dgm:prSet presAssocID="{66BC5D51-B764-48E8-9285-5A0434EF89D7}" presName="levelTx" presStyleLbl="revTx" presStyleIdx="0" presStyleCnt="0">
        <dgm:presLayoutVars>
          <dgm:chMax val="1"/>
          <dgm:bulletEnabled val="1"/>
        </dgm:presLayoutVars>
      </dgm:prSet>
      <dgm:spPr/>
    </dgm:pt>
    <dgm:pt modelId="{FFCA1C25-B499-4A0D-8236-037C53AF7D0D}" type="pres">
      <dgm:prSet presAssocID="{C77997FF-669F-4E5E-AC8C-AB9CBBB1DED7}" presName="Name8" presStyleCnt="0"/>
      <dgm:spPr/>
    </dgm:pt>
    <dgm:pt modelId="{8792D0EF-A4DA-4A1E-A22B-D5881B9AEFD7}" type="pres">
      <dgm:prSet presAssocID="{C77997FF-669F-4E5E-AC8C-AB9CBBB1DED7}" presName="acctBkgd" presStyleLbl="alignAcc1" presStyleIdx="1" presStyleCnt="4"/>
      <dgm:spPr/>
    </dgm:pt>
    <dgm:pt modelId="{7A17ECE7-2FC5-4A57-86D9-4D34F79F6AAE}" type="pres">
      <dgm:prSet presAssocID="{C77997FF-669F-4E5E-AC8C-AB9CBBB1DED7}" presName="acctTx" presStyleLbl="alignAcc1" presStyleIdx="1" presStyleCnt="4">
        <dgm:presLayoutVars>
          <dgm:bulletEnabled val="1"/>
        </dgm:presLayoutVars>
      </dgm:prSet>
      <dgm:spPr/>
    </dgm:pt>
    <dgm:pt modelId="{A9C7A9B1-4E76-4F0D-A38B-4252F4ED70C6}" type="pres">
      <dgm:prSet presAssocID="{C77997FF-669F-4E5E-AC8C-AB9CBBB1DED7}" presName="level" presStyleLbl="node1" presStyleIdx="1" presStyleCnt="4">
        <dgm:presLayoutVars>
          <dgm:chMax val="1"/>
          <dgm:bulletEnabled val="1"/>
        </dgm:presLayoutVars>
      </dgm:prSet>
      <dgm:spPr/>
    </dgm:pt>
    <dgm:pt modelId="{E203EA3B-31B0-4710-B684-35FBFDA5F8FD}" type="pres">
      <dgm:prSet presAssocID="{C77997FF-669F-4E5E-AC8C-AB9CBBB1DED7}" presName="levelTx" presStyleLbl="revTx" presStyleIdx="0" presStyleCnt="0">
        <dgm:presLayoutVars>
          <dgm:chMax val="1"/>
          <dgm:bulletEnabled val="1"/>
        </dgm:presLayoutVars>
      </dgm:prSet>
      <dgm:spPr/>
    </dgm:pt>
    <dgm:pt modelId="{65B56234-D1EA-4A5C-8840-7EA978A50D73}" type="pres">
      <dgm:prSet presAssocID="{19A2F692-AE5C-44CE-A2F8-529041B23DB5}" presName="Name8" presStyleCnt="0"/>
      <dgm:spPr/>
    </dgm:pt>
    <dgm:pt modelId="{4649ED89-95B6-474F-AD8D-54C0E68023F7}" type="pres">
      <dgm:prSet presAssocID="{19A2F692-AE5C-44CE-A2F8-529041B23DB5}" presName="acctBkgd" presStyleLbl="alignAcc1" presStyleIdx="2" presStyleCnt="4"/>
      <dgm:spPr/>
    </dgm:pt>
    <dgm:pt modelId="{1C4AD2D9-A8DB-4A74-8605-3365E340A163}" type="pres">
      <dgm:prSet presAssocID="{19A2F692-AE5C-44CE-A2F8-529041B23DB5}" presName="acctTx" presStyleLbl="alignAcc1" presStyleIdx="2" presStyleCnt="4">
        <dgm:presLayoutVars>
          <dgm:bulletEnabled val="1"/>
        </dgm:presLayoutVars>
      </dgm:prSet>
      <dgm:spPr/>
    </dgm:pt>
    <dgm:pt modelId="{C1AEE7CD-3AA0-45D8-BF34-BCB0A8F3A153}" type="pres">
      <dgm:prSet presAssocID="{19A2F692-AE5C-44CE-A2F8-529041B23DB5}" presName="level" presStyleLbl="node1" presStyleIdx="2" presStyleCnt="4">
        <dgm:presLayoutVars>
          <dgm:chMax val="1"/>
          <dgm:bulletEnabled val="1"/>
        </dgm:presLayoutVars>
      </dgm:prSet>
      <dgm:spPr/>
    </dgm:pt>
    <dgm:pt modelId="{ADFAE3C2-4433-4C82-A35F-5E35185F6FA1}" type="pres">
      <dgm:prSet presAssocID="{19A2F692-AE5C-44CE-A2F8-529041B23DB5}" presName="levelTx" presStyleLbl="revTx" presStyleIdx="0" presStyleCnt="0">
        <dgm:presLayoutVars>
          <dgm:chMax val="1"/>
          <dgm:bulletEnabled val="1"/>
        </dgm:presLayoutVars>
      </dgm:prSet>
      <dgm:spPr/>
    </dgm:pt>
    <dgm:pt modelId="{9C34BA6E-ABA5-4572-B42C-B7F174268C3A}" type="pres">
      <dgm:prSet presAssocID="{7412850B-C279-47D8-B545-843BCAA72074}" presName="Name8" presStyleCnt="0"/>
      <dgm:spPr/>
    </dgm:pt>
    <dgm:pt modelId="{997E8EE4-2BCC-440D-8D02-217F3F3D47D5}" type="pres">
      <dgm:prSet presAssocID="{7412850B-C279-47D8-B545-843BCAA72074}" presName="acctBkgd" presStyleLbl="alignAcc1" presStyleIdx="3" presStyleCnt="4"/>
      <dgm:spPr/>
    </dgm:pt>
    <dgm:pt modelId="{A6E0AB20-D1B2-4315-84B4-E6411D2554CB}" type="pres">
      <dgm:prSet presAssocID="{7412850B-C279-47D8-B545-843BCAA72074}" presName="acctTx" presStyleLbl="alignAcc1" presStyleIdx="3" presStyleCnt="4">
        <dgm:presLayoutVars>
          <dgm:bulletEnabled val="1"/>
        </dgm:presLayoutVars>
      </dgm:prSet>
      <dgm:spPr/>
    </dgm:pt>
    <dgm:pt modelId="{51C91C29-82F3-4B89-A717-21F4A726C9D0}" type="pres">
      <dgm:prSet presAssocID="{7412850B-C279-47D8-B545-843BCAA72074}" presName="level" presStyleLbl="node1" presStyleIdx="3" presStyleCnt="4">
        <dgm:presLayoutVars>
          <dgm:chMax val="1"/>
          <dgm:bulletEnabled val="1"/>
        </dgm:presLayoutVars>
      </dgm:prSet>
      <dgm:spPr/>
    </dgm:pt>
    <dgm:pt modelId="{E98F5250-E53E-4757-8BD7-395670E96F00}" type="pres">
      <dgm:prSet presAssocID="{7412850B-C279-47D8-B545-843BCAA72074}" presName="levelTx" presStyleLbl="revTx" presStyleIdx="0" presStyleCnt="0">
        <dgm:presLayoutVars>
          <dgm:chMax val="1"/>
          <dgm:bulletEnabled val="1"/>
        </dgm:presLayoutVars>
      </dgm:prSet>
      <dgm:spPr/>
    </dgm:pt>
  </dgm:ptLst>
  <dgm:cxnLst>
    <dgm:cxn modelId="{44EDE304-3878-4E16-82AE-C8C8A77BF328}" type="presOf" srcId="{EAB795CD-791E-4119-935C-1145655ECD22}" destId="{1C4AD2D9-A8DB-4A74-8605-3365E340A163}" srcOrd="1" destOrd="2" presId="urn:microsoft.com/office/officeart/2005/8/layout/pyramid1"/>
    <dgm:cxn modelId="{92352F06-DC40-4996-992A-E1D31DE02AE1}" type="presOf" srcId="{2A39A873-0946-4563-97D5-512F8173B368}" destId="{A6E0AB20-D1B2-4315-84B4-E6411D2554CB}" srcOrd="1" destOrd="0" presId="urn:microsoft.com/office/officeart/2005/8/layout/pyramid1"/>
    <dgm:cxn modelId="{F3438C10-40A2-4C78-B58B-5C893D50C532}" type="presOf" srcId="{7412850B-C279-47D8-B545-843BCAA72074}" destId="{E98F5250-E53E-4757-8BD7-395670E96F00}" srcOrd="1" destOrd="0" presId="urn:microsoft.com/office/officeart/2005/8/layout/pyramid1"/>
    <dgm:cxn modelId="{3B6A3212-83F9-4356-9B18-495A58B3BCB7}" srcId="{7412850B-C279-47D8-B545-843BCAA72074}" destId="{2A39A873-0946-4563-97D5-512F8173B368}" srcOrd="0" destOrd="0" parTransId="{4F596417-685D-449C-99A2-463C944CD510}" sibTransId="{E0C3D831-673B-4302-9583-1596F5353B5C}"/>
    <dgm:cxn modelId="{C488BE13-FD77-4792-8179-849B91E0A596}" type="presOf" srcId="{7E2EC46A-AA36-4EDB-9F32-D7C402F0340B}" destId="{4649ED89-95B6-474F-AD8D-54C0E68023F7}" srcOrd="0" destOrd="0" presId="urn:microsoft.com/office/officeart/2005/8/layout/pyramid1"/>
    <dgm:cxn modelId="{E63CB414-3F37-4028-B689-C20D7C7C6C5A}" type="presOf" srcId="{57A4259B-ED04-4B57-9880-CA290E8E16A9}" destId="{8792D0EF-A4DA-4A1E-A22B-D5881B9AEFD7}" srcOrd="0" destOrd="0" presId="urn:microsoft.com/office/officeart/2005/8/layout/pyramid1"/>
    <dgm:cxn modelId="{115A8517-13C3-441F-A123-1BBC2F2BBA85}" srcId="{C77997FF-669F-4E5E-AC8C-AB9CBBB1DED7}" destId="{8272DB0F-8C16-483F-912F-EB908268F807}" srcOrd="1" destOrd="0" parTransId="{5909D021-905F-459D-BAE2-B6BE36195592}" sibTransId="{3F6D9C5F-25D1-4C0A-A281-A78004137D29}"/>
    <dgm:cxn modelId="{939DD71A-2CAD-44B5-8332-DE392D2962B7}" type="presOf" srcId="{9E94626D-9495-418E-99B0-8238286F5111}" destId="{7A17ECE7-2FC5-4A57-86D9-4D34F79F6AAE}" srcOrd="1" destOrd="2" presId="urn:microsoft.com/office/officeart/2005/8/layout/pyramid1"/>
    <dgm:cxn modelId="{150BBE1B-3ADF-4503-9647-66A68AD24EB8}" type="presOf" srcId="{4D64381B-F080-4D45-BE92-8B3C2D97263E}" destId="{4D5C514C-7F15-45A4-A70E-58E7AA86C548}" srcOrd="0" destOrd="0" presId="urn:microsoft.com/office/officeart/2005/8/layout/pyramid1"/>
    <dgm:cxn modelId="{C05A1D26-9F30-4E15-BAD1-864704FF6F6A}" type="presOf" srcId="{503B7059-309E-4171-BA72-DDC451E21D3A}" destId="{DFBABE06-D4FC-4B0B-933D-2C520B544743}" srcOrd="0" destOrd="0" presId="urn:microsoft.com/office/officeart/2005/8/layout/pyramid1"/>
    <dgm:cxn modelId="{59BE842A-229D-4F28-863C-18A94684BBE5}" type="presOf" srcId="{6345B246-CDE8-4732-A4F3-FE59F95FDFCA}" destId="{4649ED89-95B6-474F-AD8D-54C0E68023F7}" srcOrd="0" destOrd="1" presId="urn:microsoft.com/office/officeart/2005/8/layout/pyramid1"/>
    <dgm:cxn modelId="{D1AE072B-1867-43E6-AAE8-D711008354B3}" type="presOf" srcId="{19A2F692-AE5C-44CE-A2F8-529041B23DB5}" destId="{ADFAE3C2-4433-4C82-A35F-5E35185F6FA1}" srcOrd="1" destOrd="0" presId="urn:microsoft.com/office/officeart/2005/8/layout/pyramid1"/>
    <dgm:cxn modelId="{D8505731-17AB-4D51-A87E-AB6C2BE1AB09}" type="presOf" srcId="{503B7059-309E-4171-BA72-DDC451E21D3A}" destId="{E0C9002B-4DF8-424D-9571-67BAAF474B99}" srcOrd="1" destOrd="0" presId="urn:microsoft.com/office/officeart/2005/8/layout/pyramid1"/>
    <dgm:cxn modelId="{178EC835-AC11-4C91-87C4-1328290A9AE9}" type="presOf" srcId="{7E2EC46A-AA36-4EDB-9F32-D7C402F0340B}" destId="{1C4AD2D9-A8DB-4A74-8605-3365E340A163}" srcOrd="1" destOrd="0" presId="urn:microsoft.com/office/officeart/2005/8/layout/pyramid1"/>
    <dgm:cxn modelId="{20EB4C45-9C4A-4394-A04A-69131AAD627E}" type="presOf" srcId="{19A2F692-AE5C-44CE-A2F8-529041B23DB5}" destId="{C1AEE7CD-3AA0-45D8-BF34-BCB0A8F3A153}" srcOrd="0" destOrd="0" presId="urn:microsoft.com/office/officeart/2005/8/layout/pyramid1"/>
    <dgm:cxn modelId="{46C60947-76B9-4100-9109-6203853FE52E}" type="presOf" srcId="{C77997FF-669F-4E5E-AC8C-AB9CBBB1DED7}" destId="{A9C7A9B1-4E76-4F0D-A38B-4252F4ED70C6}" srcOrd="0" destOrd="0" presId="urn:microsoft.com/office/officeart/2005/8/layout/pyramid1"/>
    <dgm:cxn modelId="{D74EA769-2B94-472E-B541-AD583EB5887E}" srcId="{4D64381B-F080-4D45-BE92-8B3C2D97263E}" destId="{19A2F692-AE5C-44CE-A2F8-529041B23DB5}" srcOrd="2" destOrd="0" parTransId="{CADFD2B5-1566-4819-B34F-507FA86D439C}" sibTransId="{4E4FA811-DA60-41D5-8A6D-B719D7F1E7EF}"/>
    <dgm:cxn modelId="{8A44DE6A-34D2-4754-B5FB-82DDC1211B53}" srcId="{66BC5D51-B764-48E8-9285-5A0434EF89D7}" destId="{45D9D10E-B248-43DA-B70E-6D7D32E166C6}" srcOrd="1" destOrd="0" parTransId="{74EE1DBF-BC65-4FA5-8264-9A9BEC41ED69}" sibTransId="{DB341968-F4C8-4935-8E8C-BEB385DA0A67}"/>
    <dgm:cxn modelId="{EA806B4B-87E0-4A51-9702-E478BFD2B23E}" type="presOf" srcId="{45D9D10E-B248-43DA-B70E-6D7D32E166C6}" destId="{DFBABE06-D4FC-4B0B-933D-2C520B544743}" srcOrd="0" destOrd="1" presId="urn:microsoft.com/office/officeart/2005/8/layout/pyramid1"/>
    <dgm:cxn modelId="{D323706C-122E-43E3-9439-1B3CE9383364}" srcId="{C77997FF-669F-4E5E-AC8C-AB9CBBB1DED7}" destId="{57A4259B-ED04-4B57-9880-CA290E8E16A9}" srcOrd="0" destOrd="0" parTransId="{B486FAA1-01EB-49B0-853D-6D6F6624D5A1}" sibTransId="{1444CBB0-BD9F-4DA4-8E7B-221D54844B4A}"/>
    <dgm:cxn modelId="{26700D70-7FFF-4384-8FC7-E887D0C25211}" srcId="{19A2F692-AE5C-44CE-A2F8-529041B23DB5}" destId="{7E2EC46A-AA36-4EDB-9F32-D7C402F0340B}" srcOrd="0" destOrd="0" parTransId="{47CF749A-D8D2-405B-ACC1-83D695948A05}" sibTransId="{18D13876-7278-4D96-A9A3-90D2DE5A0DB5}"/>
    <dgm:cxn modelId="{135DE274-95F2-4ACD-B862-402120D3189B}" type="presOf" srcId="{8272DB0F-8C16-483F-912F-EB908268F807}" destId="{7A17ECE7-2FC5-4A57-86D9-4D34F79F6AAE}" srcOrd="1" destOrd="1" presId="urn:microsoft.com/office/officeart/2005/8/layout/pyramid1"/>
    <dgm:cxn modelId="{6CAD5E8B-09DF-4E1B-BA30-FB9A06F14E34}" type="presOf" srcId="{8272DB0F-8C16-483F-912F-EB908268F807}" destId="{8792D0EF-A4DA-4A1E-A22B-D5881B9AEFD7}" srcOrd="0" destOrd="1" presId="urn:microsoft.com/office/officeart/2005/8/layout/pyramid1"/>
    <dgm:cxn modelId="{9E2FC096-A04A-41BA-A149-53D932982561}" type="presOf" srcId="{45D9D10E-B248-43DA-B70E-6D7D32E166C6}" destId="{E0C9002B-4DF8-424D-9571-67BAAF474B99}" srcOrd="1" destOrd="1" presId="urn:microsoft.com/office/officeart/2005/8/layout/pyramid1"/>
    <dgm:cxn modelId="{3411B29A-FF05-4545-A6C0-D5BEFCA3AEF3}" srcId="{19A2F692-AE5C-44CE-A2F8-529041B23DB5}" destId="{6345B246-CDE8-4732-A4F3-FE59F95FDFCA}" srcOrd="1" destOrd="0" parTransId="{22C62AFB-E705-4D73-8AD2-F62ED1C2876C}" sibTransId="{9650EE86-5F54-47C2-AEA7-6CE4324F8524}"/>
    <dgm:cxn modelId="{CD3FAC9E-D670-4899-A360-11A5992F3F35}" type="presOf" srcId="{66BC5D51-B764-48E8-9285-5A0434EF89D7}" destId="{0A45C8E2-61BC-4DCF-8863-B1E28DD06107}" srcOrd="1" destOrd="0" presId="urn:microsoft.com/office/officeart/2005/8/layout/pyramid1"/>
    <dgm:cxn modelId="{87250BA4-F0EB-453A-B6A8-D53BB26B35A5}" type="presOf" srcId="{66BC5D51-B764-48E8-9285-5A0434EF89D7}" destId="{C6A69816-7C79-480D-81C0-9CBC62B9E095}" srcOrd="0" destOrd="0" presId="urn:microsoft.com/office/officeart/2005/8/layout/pyramid1"/>
    <dgm:cxn modelId="{888255A6-592E-4454-914C-1079F7B92FAE}" type="presOf" srcId="{7412850B-C279-47D8-B545-843BCAA72074}" destId="{51C91C29-82F3-4B89-A717-21F4A726C9D0}" srcOrd="0" destOrd="0" presId="urn:microsoft.com/office/officeart/2005/8/layout/pyramid1"/>
    <dgm:cxn modelId="{A18927A7-AFAF-4710-80FD-0834B108754E}" type="presOf" srcId="{EAB795CD-791E-4119-935C-1145655ECD22}" destId="{4649ED89-95B6-474F-AD8D-54C0E68023F7}" srcOrd="0" destOrd="2" presId="urn:microsoft.com/office/officeart/2005/8/layout/pyramid1"/>
    <dgm:cxn modelId="{04E4DFB7-0DA0-4C02-B3A5-F9AA6BBDAFAA}" type="presOf" srcId="{C77997FF-669F-4E5E-AC8C-AB9CBBB1DED7}" destId="{E203EA3B-31B0-4710-B684-35FBFDA5F8FD}" srcOrd="1" destOrd="0" presId="urn:microsoft.com/office/officeart/2005/8/layout/pyramid1"/>
    <dgm:cxn modelId="{1A5956BA-D39D-4F5E-89CE-5D9C6E61ED18}" type="presOf" srcId="{2A39A873-0946-4563-97D5-512F8173B368}" destId="{997E8EE4-2BCC-440D-8D02-217F3F3D47D5}" srcOrd="0" destOrd="0" presId="urn:microsoft.com/office/officeart/2005/8/layout/pyramid1"/>
    <dgm:cxn modelId="{833060C8-D09A-4BB5-B213-D3F69304386B}" srcId="{C77997FF-669F-4E5E-AC8C-AB9CBBB1DED7}" destId="{9E94626D-9495-418E-99B0-8238286F5111}" srcOrd="2" destOrd="0" parTransId="{EEB418F5-959D-4C5D-9475-7B46DBF147F2}" sibTransId="{606D3DDD-4DD5-4F7D-8DEA-F88C9C5D68E0}"/>
    <dgm:cxn modelId="{3243CBC8-666B-4935-9FF7-A8ABD341FFDF}" srcId="{4D64381B-F080-4D45-BE92-8B3C2D97263E}" destId="{66BC5D51-B764-48E8-9285-5A0434EF89D7}" srcOrd="0" destOrd="0" parTransId="{00486AB8-1403-4D75-824B-82254DFBE7F7}" sibTransId="{05C2A72E-A2EA-4905-9B0C-001F8D31EFC3}"/>
    <dgm:cxn modelId="{BE7CF7CE-BAF1-4AD4-8EF1-E7B9179AB765}" srcId="{19A2F692-AE5C-44CE-A2F8-529041B23DB5}" destId="{EAB795CD-791E-4119-935C-1145655ECD22}" srcOrd="2" destOrd="0" parTransId="{74B5CC72-6058-4ACC-B72A-EBD9F8E43775}" sibTransId="{BB9E1F6E-3835-4290-AF71-85FF42F4CC79}"/>
    <dgm:cxn modelId="{9D3BAFCF-F101-4304-A831-6F6D977DFA45}" type="presOf" srcId="{6345B246-CDE8-4732-A4F3-FE59F95FDFCA}" destId="{1C4AD2D9-A8DB-4A74-8605-3365E340A163}" srcOrd="1" destOrd="1" presId="urn:microsoft.com/office/officeart/2005/8/layout/pyramid1"/>
    <dgm:cxn modelId="{0E8A7AD5-5E93-44B9-B60C-3D6D9F0A7D76}" srcId="{4D64381B-F080-4D45-BE92-8B3C2D97263E}" destId="{C77997FF-669F-4E5E-AC8C-AB9CBBB1DED7}" srcOrd="1" destOrd="0" parTransId="{27B6529F-40A3-46B5-BD57-2ED1AA34E9A1}" sibTransId="{81A5D2A2-C394-49F8-8931-3AFC70653D61}"/>
    <dgm:cxn modelId="{FAB312D9-46B3-482D-956C-366DF50149FD}" type="presOf" srcId="{57A4259B-ED04-4B57-9880-CA290E8E16A9}" destId="{7A17ECE7-2FC5-4A57-86D9-4D34F79F6AAE}" srcOrd="1" destOrd="0" presId="urn:microsoft.com/office/officeart/2005/8/layout/pyramid1"/>
    <dgm:cxn modelId="{27BE97FA-4C5F-42AF-AB53-D1CCC565D479}" srcId="{4D64381B-F080-4D45-BE92-8B3C2D97263E}" destId="{7412850B-C279-47D8-B545-843BCAA72074}" srcOrd="3" destOrd="0" parTransId="{B46666DA-2437-43DE-BC0E-00089CE51289}" sibTransId="{7A3223F8-4F04-4CFA-9BD3-035A4D78F30D}"/>
    <dgm:cxn modelId="{92A9C0FE-7CFA-481C-9692-8C6F8055BC6C}" type="presOf" srcId="{9E94626D-9495-418E-99B0-8238286F5111}" destId="{8792D0EF-A4DA-4A1E-A22B-D5881B9AEFD7}" srcOrd="0" destOrd="2" presId="urn:microsoft.com/office/officeart/2005/8/layout/pyramid1"/>
    <dgm:cxn modelId="{CEE99AFF-73E7-4433-8B5B-8E32290F52E5}" srcId="{66BC5D51-B764-48E8-9285-5A0434EF89D7}" destId="{503B7059-309E-4171-BA72-DDC451E21D3A}" srcOrd="0" destOrd="0" parTransId="{D92A298B-78BE-46F1-B6DE-33CA0B5D7350}" sibTransId="{C3B8FCD6-37FF-42A6-9727-48D0A9953B07}"/>
    <dgm:cxn modelId="{F635D98E-DB0E-4664-A3B8-E7A6AAD5FF1D}" type="presParOf" srcId="{4D5C514C-7F15-45A4-A70E-58E7AA86C548}" destId="{9F75FFA5-5ED6-4095-A740-2134D0934EB5}" srcOrd="0" destOrd="0" presId="urn:microsoft.com/office/officeart/2005/8/layout/pyramid1"/>
    <dgm:cxn modelId="{8AAA9889-1A76-4B46-94E6-2ED026E9526F}" type="presParOf" srcId="{9F75FFA5-5ED6-4095-A740-2134D0934EB5}" destId="{DFBABE06-D4FC-4B0B-933D-2C520B544743}" srcOrd="0" destOrd="0" presId="urn:microsoft.com/office/officeart/2005/8/layout/pyramid1"/>
    <dgm:cxn modelId="{57BCD89B-9739-4AAB-B7AB-6DABD5E5ECFC}" type="presParOf" srcId="{9F75FFA5-5ED6-4095-A740-2134D0934EB5}" destId="{E0C9002B-4DF8-424D-9571-67BAAF474B99}" srcOrd="1" destOrd="0" presId="urn:microsoft.com/office/officeart/2005/8/layout/pyramid1"/>
    <dgm:cxn modelId="{05012273-288A-4DF7-AA75-F21F5AA706A6}" type="presParOf" srcId="{9F75FFA5-5ED6-4095-A740-2134D0934EB5}" destId="{C6A69816-7C79-480D-81C0-9CBC62B9E095}" srcOrd="2" destOrd="0" presId="urn:microsoft.com/office/officeart/2005/8/layout/pyramid1"/>
    <dgm:cxn modelId="{7E970CAE-D4A1-461D-A51A-B0D527FA447D}" type="presParOf" srcId="{9F75FFA5-5ED6-4095-A740-2134D0934EB5}" destId="{0A45C8E2-61BC-4DCF-8863-B1E28DD06107}" srcOrd="3" destOrd="0" presId="urn:microsoft.com/office/officeart/2005/8/layout/pyramid1"/>
    <dgm:cxn modelId="{69C9CE49-1B7F-4483-8D53-B81C0C1797D0}" type="presParOf" srcId="{4D5C514C-7F15-45A4-A70E-58E7AA86C548}" destId="{FFCA1C25-B499-4A0D-8236-037C53AF7D0D}" srcOrd="1" destOrd="0" presId="urn:microsoft.com/office/officeart/2005/8/layout/pyramid1"/>
    <dgm:cxn modelId="{C5B78DCE-1448-4A9F-9C8B-1F6B8229E945}" type="presParOf" srcId="{FFCA1C25-B499-4A0D-8236-037C53AF7D0D}" destId="{8792D0EF-A4DA-4A1E-A22B-D5881B9AEFD7}" srcOrd="0" destOrd="0" presId="urn:microsoft.com/office/officeart/2005/8/layout/pyramid1"/>
    <dgm:cxn modelId="{77790B2C-A266-4F48-9C24-313B51350894}" type="presParOf" srcId="{FFCA1C25-B499-4A0D-8236-037C53AF7D0D}" destId="{7A17ECE7-2FC5-4A57-86D9-4D34F79F6AAE}" srcOrd="1" destOrd="0" presId="urn:microsoft.com/office/officeart/2005/8/layout/pyramid1"/>
    <dgm:cxn modelId="{34C853F5-BDF5-436C-B77D-184644453DB6}" type="presParOf" srcId="{FFCA1C25-B499-4A0D-8236-037C53AF7D0D}" destId="{A9C7A9B1-4E76-4F0D-A38B-4252F4ED70C6}" srcOrd="2" destOrd="0" presId="urn:microsoft.com/office/officeart/2005/8/layout/pyramid1"/>
    <dgm:cxn modelId="{9621D5E6-A630-4DD4-AEF9-9E186CE8F352}" type="presParOf" srcId="{FFCA1C25-B499-4A0D-8236-037C53AF7D0D}" destId="{E203EA3B-31B0-4710-B684-35FBFDA5F8FD}" srcOrd="3" destOrd="0" presId="urn:microsoft.com/office/officeart/2005/8/layout/pyramid1"/>
    <dgm:cxn modelId="{77C87721-FBDB-4C04-BF10-F5DE4A913BCE}" type="presParOf" srcId="{4D5C514C-7F15-45A4-A70E-58E7AA86C548}" destId="{65B56234-D1EA-4A5C-8840-7EA978A50D73}" srcOrd="2" destOrd="0" presId="urn:microsoft.com/office/officeart/2005/8/layout/pyramid1"/>
    <dgm:cxn modelId="{A740500D-419C-42F0-B2FE-961DC2C6613A}" type="presParOf" srcId="{65B56234-D1EA-4A5C-8840-7EA978A50D73}" destId="{4649ED89-95B6-474F-AD8D-54C0E68023F7}" srcOrd="0" destOrd="0" presId="urn:microsoft.com/office/officeart/2005/8/layout/pyramid1"/>
    <dgm:cxn modelId="{A42938B7-AE77-45F7-A567-C54C69E21E3C}" type="presParOf" srcId="{65B56234-D1EA-4A5C-8840-7EA978A50D73}" destId="{1C4AD2D9-A8DB-4A74-8605-3365E340A163}" srcOrd="1" destOrd="0" presId="urn:microsoft.com/office/officeart/2005/8/layout/pyramid1"/>
    <dgm:cxn modelId="{EEEE8B4E-C2DE-4FB7-B9B0-28D068901F41}" type="presParOf" srcId="{65B56234-D1EA-4A5C-8840-7EA978A50D73}" destId="{C1AEE7CD-3AA0-45D8-BF34-BCB0A8F3A153}" srcOrd="2" destOrd="0" presId="urn:microsoft.com/office/officeart/2005/8/layout/pyramid1"/>
    <dgm:cxn modelId="{321C98BB-3DE5-4A33-BD6F-9538FDFE696A}" type="presParOf" srcId="{65B56234-D1EA-4A5C-8840-7EA978A50D73}" destId="{ADFAE3C2-4433-4C82-A35F-5E35185F6FA1}" srcOrd="3" destOrd="0" presId="urn:microsoft.com/office/officeart/2005/8/layout/pyramid1"/>
    <dgm:cxn modelId="{D28297A3-029E-4EF3-8A44-4CCD3C161281}" type="presParOf" srcId="{4D5C514C-7F15-45A4-A70E-58E7AA86C548}" destId="{9C34BA6E-ABA5-4572-B42C-B7F174268C3A}" srcOrd="3" destOrd="0" presId="urn:microsoft.com/office/officeart/2005/8/layout/pyramid1"/>
    <dgm:cxn modelId="{DC81B38D-6619-4C28-A5EF-DE13C7BFCBF6}" type="presParOf" srcId="{9C34BA6E-ABA5-4572-B42C-B7F174268C3A}" destId="{997E8EE4-2BCC-440D-8D02-217F3F3D47D5}" srcOrd="0" destOrd="0" presId="urn:microsoft.com/office/officeart/2005/8/layout/pyramid1"/>
    <dgm:cxn modelId="{8EDD7859-2C6F-4040-83EE-1E007B05896B}" type="presParOf" srcId="{9C34BA6E-ABA5-4572-B42C-B7F174268C3A}" destId="{A6E0AB20-D1B2-4315-84B4-E6411D2554CB}" srcOrd="1" destOrd="0" presId="urn:microsoft.com/office/officeart/2005/8/layout/pyramid1"/>
    <dgm:cxn modelId="{7BED8AE0-0C76-4F6B-9B86-4867B9D79EDB}" type="presParOf" srcId="{9C34BA6E-ABA5-4572-B42C-B7F174268C3A}" destId="{51C91C29-82F3-4B89-A717-21F4A726C9D0}" srcOrd="2" destOrd="0" presId="urn:microsoft.com/office/officeart/2005/8/layout/pyramid1"/>
    <dgm:cxn modelId="{46C4C2F9-499E-4187-ADA6-B522347918E5}" type="presParOf" srcId="{9C34BA6E-ABA5-4572-B42C-B7F174268C3A}" destId="{E98F5250-E53E-4757-8BD7-395670E96F00}" srcOrd="3" destOrd="0" presId="urn:microsoft.com/office/officeart/2005/8/layout/pyramid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D57B628-5F7C-440F-B0E2-55B0137D9AF5}" type="doc">
      <dgm:prSet loTypeId="urn:microsoft.com/office/officeart/2005/8/layout/process1" loCatId="process" qsTypeId="urn:microsoft.com/office/officeart/2005/8/quickstyle/simple1" qsCatId="simple" csTypeId="urn:microsoft.com/office/officeart/2005/8/colors/accent1_4" csCatId="accent1" phldr="1"/>
      <dgm:spPr/>
    </dgm:pt>
    <dgm:pt modelId="{C789AD19-D1CB-4F6A-AD6C-EA27A0611BA1}">
      <dgm:prSet phldrT="[Texte]"/>
      <dgm:spPr/>
      <dgm:t>
        <a:bodyPr/>
        <a:lstStyle/>
        <a:p>
          <a:r>
            <a:rPr lang="fr-FR"/>
            <a:t>Entrants (inputs)</a:t>
          </a:r>
        </a:p>
      </dgm:t>
    </dgm:pt>
    <dgm:pt modelId="{8169209A-23FC-4EC9-8331-916B738A6FC0}" type="parTrans" cxnId="{78D1BE49-5992-4367-A368-CE1987C9AF2B}">
      <dgm:prSet/>
      <dgm:spPr/>
      <dgm:t>
        <a:bodyPr/>
        <a:lstStyle/>
        <a:p>
          <a:endParaRPr lang="fr-FR"/>
        </a:p>
      </dgm:t>
    </dgm:pt>
    <dgm:pt modelId="{E8970AC8-969D-43F0-B6E3-34324FBBFA5D}" type="sibTrans" cxnId="{78D1BE49-5992-4367-A368-CE1987C9AF2B}">
      <dgm:prSet/>
      <dgm:spPr/>
      <dgm:t>
        <a:bodyPr/>
        <a:lstStyle/>
        <a:p>
          <a:endParaRPr lang="fr-FR"/>
        </a:p>
      </dgm:t>
    </dgm:pt>
    <dgm:pt modelId="{6B2436D5-F271-4484-97FE-B2DE17AA6889}">
      <dgm:prSet phldrT="[Texte]"/>
      <dgm:spPr/>
      <dgm:t>
        <a:bodyPr/>
        <a:lstStyle/>
        <a:p>
          <a:r>
            <a:rPr lang="fr-FR"/>
            <a:t>Processus (process)</a:t>
          </a:r>
        </a:p>
      </dgm:t>
    </dgm:pt>
    <dgm:pt modelId="{B9D41CCF-1D6F-4426-BEA4-1FD841405014}" type="parTrans" cxnId="{B6283188-1F71-4278-868C-2219E3F34E1F}">
      <dgm:prSet/>
      <dgm:spPr/>
      <dgm:t>
        <a:bodyPr/>
        <a:lstStyle/>
        <a:p>
          <a:endParaRPr lang="fr-FR"/>
        </a:p>
      </dgm:t>
    </dgm:pt>
    <dgm:pt modelId="{58CACDA5-D2FB-4D91-B9DD-82D7479B9C86}" type="sibTrans" cxnId="{B6283188-1F71-4278-868C-2219E3F34E1F}">
      <dgm:prSet/>
      <dgm:spPr/>
      <dgm:t>
        <a:bodyPr/>
        <a:lstStyle/>
        <a:p>
          <a:endParaRPr lang="fr-FR"/>
        </a:p>
      </dgm:t>
    </dgm:pt>
    <dgm:pt modelId="{56551D13-CE47-45A3-9505-CA4459AFD002}">
      <dgm:prSet phldrT="[Texte]"/>
      <dgm:spPr/>
      <dgm:t>
        <a:bodyPr/>
        <a:lstStyle/>
        <a:p>
          <a:r>
            <a:rPr lang="fr-FR"/>
            <a:t>Sortants (outputs)</a:t>
          </a:r>
        </a:p>
      </dgm:t>
    </dgm:pt>
    <dgm:pt modelId="{DE7DD0B9-38DA-4A7E-B11D-66A3CFD8AFAD}" type="parTrans" cxnId="{5DFF88C9-C8C9-4DBB-9515-1521178B7E00}">
      <dgm:prSet/>
      <dgm:spPr/>
      <dgm:t>
        <a:bodyPr/>
        <a:lstStyle/>
        <a:p>
          <a:endParaRPr lang="fr-FR"/>
        </a:p>
      </dgm:t>
    </dgm:pt>
    <dgm:pt modelId="{F7F925A3-F808-44AB-9198-93FBB38EC3BA}" type="sibTrans" cxnId="{5DFF88C9-C8C9-4DBB-9515-1521178B7E00}">
      <dgm:prSet/>
      <dgm:spPr/>
      <dgm:t>
        <a:bodyPr/>
        <a:lstStyle/>
        <a:p>
          <a:endParaRPr lang="fr-FR"/>
        </a:p>
      </dgm:t>
    </dgm:pt>
    <dgm:pt modelId="{22A61160-FCDE-4216-8D5A-DB8FA9D6CD99}" type="pres">
      <dgm:prSet presAssocID="{1D57B628-5F7C-440F-B0E2-55B0137D9AF5}" presName="Name0" presStyleCnt="0">
        <dgm:presLayoutVars>
          <dgm:dir/>
          <dgm:resizeHandles val="exact"/>
        </dgm:presLayoutVars>
      </dgm:prSet>
      <dgm:spPr/>
    </dgm:pt>
    <dgm:pt modelId="{E9303062-6557-4024-95D4-B5CEFFC53FC8}" type="pres">
      <dgm:prSet presAssocID="{C789AD19-D1CB-4F6A-AD6C-EA27A0611BA1}" presName="node" presStyleLbl="node1" presStyleIdx="0" presStyleCnt="3">
        <dgm:presLayoutVars>
          <dgm:bulletEnabled val="1"/>
        </dgm:presLayoutVars>
      </dgm:prSet>
      <dgm:spPr/>
    </dgm:pt>
    <dgm:pt modelId="{29882F23-885A-433F-A0D5-DBC8E84359FB}" type="pres">
      <dgm:prSet presAssocID="{E8970AC8-969D-43F0-B6E3-34324FBBFA5D}" presName="sibTrans" presStyleLbl="sibTrans2D1" presStyleIdx="0" presStyleCnt="2"/>
      <dgm:spPr/>
    </dgm:pt>
    <dgm:pt modelId="{9DA1CECA-E9AC-4BB9-A362-C5592B247BCA}" type="pres">
      <dgm:prSet presAssocID="{E8970AC8-969D-43F0-B6E3-34324FBBFA5D}" presName="connectorText" presStyleLbl="sibTrans2D1" presStyleIdx="0" presStyleCnt="2"/>
      <dgm:spPr/>
    </dgm:pt>
    <dgm:pt modelId="{E73DB8AA-5E35-49EA-A4A3-034550B149A1}" type="pres">
      <dgm:prSet presAssocID="{6B2436D5-F271-4484-97FE-B2DE17AA6889}" presName="node" presStyleLbl="node1" presStyleIdx="1" presStyleCnt="3">
        <dgm:presLayoutVars>
          <dgm:bulletEnabled val="1"/>
        </dgm:presLayoutVars>
      </dgm:prSet>
      <dgm:spPr/>
    </dgm:pt>
    <dgm:pt modelId="{C9FD9A40-D4D3-407C-B1A9-664CC54C4537}" type="pres">
      <dgm:prSet presAssocID="{58CACDA5-D2FB-4D91-B9DD-82D7479B9C86}" presName="sibTrans" presStyleLbl="sibTrans2D1" presStyleIdx="1" presStyleCnt="2"/>
      <dgm:spPr/>
    </dgm:pt>
    <dgm:pt modelId="{BFBD205A-B6C8-4AA7-A338-568015BD0AC5}" type="pres">
      <dgm:prSet presAssocID="{58CACDA5-D2FB-4D91-B9DD-82D7479B9C86}" presName="connectorText" presStyleLbl="sibTrans2D1" presStyleIdx="1" presStyleCnt="2"/>
      <dgm:spPr/>
    </dgm:pt>
    <dgm:pt modelId="{84199F97-9C85-47D7-BE40-4CAFD1F336BB}" type="pres">
      <dgm:prSet presAssocID="{56551D13-CE47-45A3-9505-CA4459AFD002}" presName="node" presStyleLbl="node1" presStyleIdx="2" presStyleCnt="3">
        <dgm:presLayoutVars>
          <dgm:bulletEnabled val="1"/>
        </dgm:presLayoutVars>
      </dgm:prSet>
      <dgm:spPr/>
    </dgm:pt>
  </dgm:ptLst>
  <dgm:cxnLst>
    <dgm:cxn modelId="{DEAC9E12-612C-4049-A296-BB5A1CA3FDF1}" type="presOf" srcId="{58CACDA5-D2FB-4D91-B9DD-82D7479B9C86}" destId="{C9FD9A40-D4D3-407C-B1A9-664CC54C4537}" srcOrd="0" destOrd="0" presId="urn:microsoft.com/office/officeart/2005/8/layout/process1"/>
    <dgm:cxn modelId="{E0D1E112-1E3B-4D24-B02D-4AB3B7FF5A30}" type="presOf" srcId="{E8970AC8-969D-43F0-B6E3-34324FBBFA5D}" destId="{9DA1CECA-E9AC-4BB9-A362-C5592B247BCA}" srcOrd="1" destOrd="0" presId="urn:microsoft.com/office/officeart/2005/8/layout/process1"/>
    <dgm:cxn modelId="{DD2C355E-84E9-45DD-800C-2EF1D0AB6F9C}" type="presOf" srcId="{6B2436D5-F271-4484-97FE-B2DE17AA6889}" destId="{E73DB8AA-5E35-49EA-A4A3-034550B149A1}" srcOrd="0" destOrd="0" presId="urn:microsoft.com/office/officeart/2005/8/layout/process1"/>
    <dgm:cxn modelId="{F79D1544-217D-4498-977B-3A991F34447E}" type="presOf" srcId="{C789AD19-D1CB-4F6A-AD6C-EA27A0611BA1}" destId="{E9303062-6557-4024-95D4-B5CEFFC53FC8}" srcOrd="0" destOrd="0" presId="urn:microsoft.com/office/officeart/2005/8/layout/process1"/>
    <dgm:cxn modelId="{78D1BE49-5992-4367-A368-CE1987C9AF2B}" srcId="{1D57B628-5F7C-440F-B0E2-55B0137D9AF5}" destId="{C789AD19-D1CB-4F6A-AD6C-EA27A0611BA1}" srcOrd="0" destOrd="0" parTransId="{8169209A-23FC-4EC9-8331-916B738A6FC0}" sibTransId="{E8970AC8-969D-43F0-B6E3-34324FBBFA5D}"/>
    <dgm:cxn modelId="{9EAC4D55-4EC4-4D02-9B16-E2C55F86C00E}" type="presOf" srcId="{56551D13-CE47-45A3-9505-CA4459AFD002}" destId="{84199F97-9C85-47D7-BE40-4CAFD1F336BB}" srcOrd="0" destOrd="0" presId="urn:microsoft.com/office/officeart/2005/8/layout/process1"/>
    <dgm:cxn modelId="{B6283188-1F71-4278-868C-2219E3F34E1F}" srcId="{1D57B628-5F7C-440F-B0E2-55B0137D9AF5}" destId="{6B2436D5-F271-4484-97FE-B2DE17AA6889}" srcOrd="1" destOrd="0" parTransId="{B9D41CCF-1D6F-4426-BEA4-1FD841405014}" sibTransId="{58CACDA5-D2FB-4D91-B9DD-82D7479B9C86}"/>
    <dgm:cxn modelId="{1AAC4F89-3A21-41AF-8220-E6A69D762B67}" type="presOf" srcId="{58CACDA5-D2FB-4D91-B9DD-82D7479B9C86}" destId="{BFBD205A-B6C8-4AA7-A338-568015BD0AC5}" srcOrd="1" destOrd="0" presId="urn:microsoft.com/office/officeart/2005/8/layout/process1"/>
    <dgm:cxn modelId="{5DFF88C9-C8C9-4DBB-9515-1521178B7E00}" srcId="{1D57B628-5F7C-440F-B0E2-55B0137D9AF5}" destId="{56551D13-CE47-45A3-9505-CA4459AFD002}" srcOrd="2" destOrd="0" parTransId="{DE7DD0B9-38DA-4A7E-B11D-66A3CFD8AFAD}" sibTransId="{F7F925A3-F808-44AB-9198-93FBB38EC3BA}"/>
    <dgm:cxn modelId="{C62F00EA-8399-4152-87B9-409B223F0051}" type="presOf" srcId="{E8970AC8-969D-43F0-B6E3-34324FBBFA5D}" destId="{29882F23-885A-433F-A0D5-DBC8E84359FB}" srcOrd="0" destOrd="0" presId="urn:microsoft.com/office/officeart/2005/8/layout/process1"/>
    <dgm:cxn modelId="{87C2CAEC-BEE2-4B6F-B16C-AF81D180D3B5}" type="presOf" srcId="{1D57B628-5F7C-440F-B0E2-55B0137D9AF5}" destId="{22A61160-FCDE-4216-8D5A-DB8FA9D6CD99}" srcOrd="0" destOrd="0" presId="urn:microsoft.com/office/officeart/2005/8/layout/process1"/>
    <dgm:cxn modelId="{5809FA42-E0AE-46CF-8191-199B05175304}" type="presParOf" srcId="{22A61160-FCDE-4216-8D5A-DB8FA9D6CD99}" destId="{E9303062-6557-4024-95D4-B5CEFFC53FC8}" srcOrd="0" destOrd="0" presId="urn:microsoft.com/office/officeart/2005/8/layout/process1"/>
    <dgm:cxn modelId="{A355E55B-4600-4755-B56D-260B3F708572}" type="presParOf" srcId="{22A61160-FCDE-4216-8D5A-DB8FA9D6CD99}" destId="{29882F23-885A-433F-A0D5-DBC8E84359FB}" srcOrd="1" destOrd="0" presId="urn:microsoft.com/office/officeart/2005/8/layout/process1"/>
    <dgm:cxn modelId="{162D716D-9427-4769-811B-028FE5F927A5}" type="presParOf" srcId="{29882F23-885A-433F-A0D5-DBC8E84359FB}" destId="{9DA1CECA-E9AC-4BB9-A362-C5592B247BCA}" srcOrd="0" destOrd="0" presId="urn:microsoft.com/office/officeart/2005/8/layout/process1"/>
    <dgm:cxn modelId="{434987E5-798A-4789-BB7E-B11B3A989084}" type="presParOf" srcId="{22A61160-FCDE-4216-8D5A-DB8FA9D6CD99}" destId="{E73DB8AA-5E35-49EA-A4A3-034550B149A1}" srcOrd="2" destOrd="0" presId="urn:microsoft.com/office/officeart/2005/8/layout/process1"/>
    <dgm:cxn modelId="{EC3436C8-F23F-4885-AF23-09B380A3C176}" type="presParOf" srcId="{22A61160-FCDE-4216-8D5A-DB8FA9D6CD99}" destId="{C9FD9A40-D4D3-407C-B1A9-664CC54C4537}" srcOrd="3" destOrd="0" presId="urn:microsoft.com/office/officeart/2005/8/layout/process1"/>
    <dgm:cxn modelId="{70515852-951B-4B29-909F-A54C69555395}" type="presParOf" srcId="{C9FD9A40-D4D3-407C-B1A9-664CC54C4537}" destId="{BFBD205A-B6C8-4AA7-A338-568015BD0AC5}" srcOrd="0" destOrd="0" presId="urn:microsoft.com/office/officeart/2005/8/layout/process1"/>
    <dgm:cxn modelId="{BF1DA9F4-FA1B-4A64-9E39-41F4E2CFDE80}" type="presParOf" srcId="{22A61160-FCDE-4216-8D5A-DB8FA9D6CD99}" destId="{84199F97-9C85-47D7-BE40-4CAFD1F336BB}" srcOrd="4"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D57B628-5F7C-440F-B0E2-55B0137D9AF5}" type="doc">
      <dgm:prSet loTypeId="urn:microsoft.com/office/officeart/2005/8/layout/cycle3" loCatId="cycle" qsTypeId="urn:microsoft.com/office/officeart/2005/8/quickstyle/simple1" qsCatId="simple" csTypeId="urn:microsoft.com/office/officeart/2005/8/colors/accent1_4" csCatId="accent1" phldr="1"/>
      <dgm:spPr/>
    </dgm:pt>
    <dgm:pt modelId="{C789AD19-D1CB-4F6A-AD6C-EA27A0611BA1}">
      <dgm:prSet phldrT="[Texte]"/>
      <dgm:spPr/>
      <dgm:t>
        <a:bodyPr/>
        <a:lstStyle/>
        <a:p>
          <a:r>
            <a:rPr lang="fr-FR"/>
            <a:t>Entrants (inputs)</a:t>
          </a:r>
        </a:p>
      </dgm:t>
    </dgm:pt>
    <dgm:pt modelId="{8169209A-23FC-4EC9-8331-916B738A6FC0}" type="parTrans" cxnId="{78D1BE49-5992-4367-A368-CE1987C9AF2B}">
      <dgm:prSet/>
      <dgm:spPr/>
      <dgm:t>
        <a:bodyPr/>
        <a:lstStyle/>
        <a:p>
          <a:endParaRPr lang="fr-FR"/>
        </a:p>
      </dgm:t>
    </dgm:pt>
    <dgm:pt modelId="{E8970AC8-969D-43F0-B6E3-34324FBBFA5D}" type="sibTrans" cxnId="{78D1BE49-5992-4367-A368-CE1987C9AF2B}">
      <dgm:prSet/>
      <dgm:spPr/>
      <dgm:t>
        <a:bodyPr/>
        <a:lstStyle/>
        <a:p>
          <a:endParaRPr lang="fr-FR"/>
        </a:p>
      </dgm:t>
    </dgm:pt>
    <dgm:pt modelId="{6B2436D5-F271-4484-97FE-B2DE17AA6889}">
      <dgm:prSet phldrT="[Texte]"/>
      <dgm:spPr/>
      <dgm:t>
        <a:bodyPr/>
        <a:lstStyle/>
        <a:p>
          <a:r>
            <a:rPr lang="fr-FR"/>
            <a:t>Processus (process)</a:t>
          </a:r>
        </a:p>
      </dgm:t>
    </dgm:pt>
    <dgm:pt modelId="{B9D41CCF-1D6F-4426-BEA4-1FD841405014}" type="parTrans" cxnId="{B6283188-1F71-4278-868C-2219E3F34E1F}">
      <dgm:prSet/>
      <dgm:spPr/>
      <dgm:t>
        <a:bodyPr/>
        <a:lstStyle/>
        <a:p>
          <a:endParaRPr lang="fr-FR"/>
        </a:p>
      </dgm:t>
    </dgm:pt>
    <dgm:pt modelId="{58CACDA5-D2FB-4D91-B9DD-82D7479B9C86}" type="sibTrans" cxnId="{B6283188-1F71-4278-868C-2219E3F34E1F}">
      <dgm:prSet/>
      <dgm:spPr/>
      <dgm:t>
        <a:bodyPr/>
        <a:lstStyle/>
        <a:p>
          <a:endParaRPr lang="fr-FR"/>
        </a:p>
      </dgm:t>
    </dgm:pt>
    <dgm:pt modelId="{56551D13-CE47-45A3-9505-CA4459AFD002}">
      <dgm:prSet phldrT="[Texte]"/>
      <dgm:spPr/>
      <dgm:t>
        <a:bodyPr/>
        <a:lstStyle/>
        <a:p>
          <a:r>
            <a:rPr lang="fr-FR"/>
            <a:t>Sortants (outputs)</a:t>
          </a:r>
        </a:p>
      </dgm:t>
    </dgm:pt>
    <dgm:pt modelId="{DE7DD0B9-38DA-4A7E-B11D-66A3CFD8AFAD}" type="parTrans" cxnId="{5DFF88C9-C8C9-4DBB-9515-1521178B7E00}">
      <dgm:prSet/>
      <dgm:spPr/>
      <dgm:t>
        <a:bodyPr/>
        <a:lstStyle/>
        <a:p>
          <a:endParaRPr lang="fr-FR"/>
        </a:p>
      </dgm:t>
    </dgm:pt>
    <dgm:pt modelId="{F7F925A3-F808-44AB-9198-93FBB38EC3BA}" type="sibTrans" cxnId="{5DFF88C9-C8C9-4DBB-9515-1521178B7E00}">
      <dgm:prSet/>
      <dgm:spPr/>
      <dgm:t>
        <a:bodyPr/>
        <a:lstStyle/>
        <a:p>
          <a:endParaRPr lang="fr-FR"/>
        </a:p>
      </dgm:t>
    </dgm:pt>
    <dgm:pt modelId="{A2E261B5-BD39-47F0-949D-E1A0117C3E2B}">
      <dgm:prSet/>
      <dgm:spPr/>
      <dgm:t>
        <a:bodyPr/>
        <a:lstStyle/>
        <a:p>
          <a:r>
            <a:rPr lang="fr-FR"/>
            <a:t>Boucle de retours (feddback loop)</a:t>
          </a:r>
        </a:p>
      </dgm:t>
    </dgm:pt>
    <dgm:pt modelId="{42843DE3-044D-4F8D-A97E-02BA79805B63}" type="parTrans" cxnId="{A85E46D6-5935-4FFD-835F-FD317B879B75}">
      <dgm:prSet/>
      <dgm:spPr/>
      <dgm:t>
        <a:bodyPr/>
        <a:lstStyle/>
        <a:p>
          <a:endParaRPr lang="fr-FR"/>
        </a:p>
      </dgm:t>
    </dgm:pt>
    <dgm:pt modelId="{5E6871ED-7D2C-4B63-9A5B-90CD2052BADC}" type="sibTrans" cxnId="{A85E46D6-5935-4FFD-835F-FD317B879B75}">
      <dgm:prSet/>
      <dgm:spPr/>
      <dgm:t>
        <a:bodyPr/>
        <a:lstStyle/>
        <a:p>
          <a:endParaRPr lang="fr-FR"/>
        </a:p>
      </dgm:t>
    </dgm:pt>
    <dgm:pt modelId="{34C792FE-BE2D-4035-8B7D-A8773FBF85D5}" type="pres">
      <dgm:prSet presAssocID="{1D57B628-5F7C-440F-B0E2-55B0137D9AF5}" presName="Name0" presStyleCnt="0">
        <dgm:presLayoutVars>
          <dgm:dir/>
          <dgm:resizeHandles val="exact"/>
        </dgm:presLayoutVars>
      </dgm:prSet>
      <dgm:spPr/>
    </dgm:pt>
    <dgm:pt modelId="{B1858E7A-E4E4-405E-AA51-27F024A139D3}" type="pres">
      <dgm:prSet presAssocID="{1D57B628-5F7C-440F-B0E2-55B0137D9AF5}" presName="cycle" presStyleCnt="0"/>
      <dgm:spPr/>
    </dgm:pt>
    <dgm:pt modelId="{DBBB1098-A42D-470F-B503-39B0BC669B25}" type="pres">
      <dgm:prSet presAssocID="{C789AD19-D1CB-4F6A-AD6C-EA27A0611BA1}" presName="nodeFirstNode" presStyleLbl="node1" presStyleIdx="0" presStyleCnt="4">
        <dgm:presLayoutVars>
          <dgm:bulletEnabled val="1"/>
        </dgm:presLayoutVars>
      </dgm:prSet>
      <dgm:spPr/>
    </dgm:pt>
    <dgm:pt modelId="{342BB1DC-174B-45DA-A652-ACB327F4F2B7}" type="pres">
      <dgm:prSet presAssocID="{E8970AC8-969D-43F0-B6E3-34324FBBFA5D}" presName="sibTransFirstNode" presStyleLbl="bgShp" presStyleIdx="0" presStyleCnt="1"/>
      <dgm:spPr/>
    </dgm:pt>
    <dgm:pt modelId="{FA3ECE22-107F-435F-B2C3-DA62F3CEA81E}" type="pres">
      <dgm:prSet presAssocID="{6B2436D5-F271-4484-97FE-B2DE17AA6889}" presName="nodeFollowingNodes" presStyleLbl="node1" presStyleIdx="1" presStyleCnt="4">
        <dgm:presLayoutVars>
          <dgm:bulletEnabled val="1"/>
        </dgm:presLayoutVars>
      </dgm:prSet>
      <dgm:spPr/>
    </dgm:pt>
    <dgm:pt modelId="{F9A006DE-3624-43A6-BCBD-7F38F89E5DA9}" type="pres">
      <dgm:prSet presAssocID="{56551D13-CE47-45A3-9505-CA4459AFD002}" presName="nodeFollowingNodes" presStyleLbl="node1" presStyleIdx="2" presStyleCnt="4">
        <dgm:presLayoutVars>
          <dgm:bulletEnabled val="1"/>
        </dgm:presLayoutVars>
      </dgm:prSet>
      <dgm:spPr/>
    </dgm:pt>
    <dgm:pt modelId="{CCDC8AE1-AC9C-4797-8B31-45AC668E8A05}" type="pres">
      <dgm:prSet presAssocID="{A2E261B5-BD39-47F0-949D-E1A0117C3E2B}" presName="nodeFollowingNodes" presStyleLbl="node1" presStyleIdx="3" presStyleCnt="4">
        <dgm:presLayoutVars>
          <dgm:bulletEnabled val="1"/>
        </dgm:presLayoutVars>
      </dgm:prSet>
      <dgm:spPr/>
    </dgm:pt>
  </dgm:ptLst>
  <dgm:cxnLst>
    <dgm:cxn modelId="{C81AD000-E4E1-4C65-B100-2886DACD696B}" type="presOf" srcId="{A2E261B5-BD39-47F0-949D-E1A0117C3E2B}" destId="{CCDC8AE1-AC9C-4797-8B31-45AC668E8A05}" srcOrd="0" destOrd="0" presId="urn:microsoft.com/office/officeart/2005/8/layout/cycle3"/>
    <dgm:cxn modelId="{78D1BE49-5992-4367-A368-CE1987C9AF2B}" srcId="{1D57B628-5F7C-440F-B0E2-55B0137D9AF5}" destId="{C789AD19-D1CB-4F6A-AD6C-EA27A0611BA1}" srcOrd="0" destOrd="0" parTransId="{8169209A-23FC-4EC9-8331-916B738A6FC0}" sibTransId="{E8970AC8-969D-43F0-B6E3-34324FBBFA5D}"/>
    <dgm:cxn modelId="{7660396B-0483-4B73-96C1-C68665FF8CA7}" type="presOf" srcId="{6B2436D5-F271-4484-97FE-B2DE17AA6889}" destId="{FA3ECE22-107F-435F-B2C3-DA62F3CEA81E}" srcOrd="0" destOrd="0" presId="urn:microsoft.com/office/officeart/2005/8/layout/cycle3"/>
    <dgm:cxn modelId="{CE7D3385-8BCF-4635-AFF7-580BF48979C1}" type="presOf" srcId="{C789AD19-D1CB-4F6A-AD6C-EA27A0611BA1}" destId="{DBBB1098-A42D-470F-B503-39B0BC669B25}" srcOrd="0" destOrd="0" presId="urn:microsoft.com/office/officeart/2005/8/layout/cycle3"/>
    <dgm:cxn modelId="{B6283188-1F71-4278-868C-2219E3F34E1F}" srcId="{1D57B628-5F7C-440F-B0E2-55B0137D9AF5}" destId="{6B2436D5-F271-4484-97FE-B2DE17AA6889}" srcOrd="1" destOrd="0" parTransId="{B9D41CCF-1D6F-4426-BEA4-1FD841405014}" sibTransId="{58CACDA5-D2FB-4D91-B9DD-82D7479B9C86}"/>
    <dgm:cxn modelId="{BB350DC9-0EA8-4689-B1CB-80BEC9C08AFC}" type="presOf" srcId="{56551D13-CE47-45A3-9505-CA4459AFD002}" destId="{F9A006DE-3624-43A6-BCBD-7F38F89E5DA9}" srcOrd="0" destOrd="0" presId="urn:microsoft.com/office/officeart/2005/8/layout/cycle3"/>
    <dgm:cxn modelId="{5DFF88C9-C8C9-4DBB-9515-1521178B7E00}" srcId="{1D57B628-5F7C-440F-B0E2-55B0137D9AF5}" destId="{56551D13-CE47-45A3-9505-CA4459AFD002}" srcOrd="2" destOrd="0" parTransId="{DE7DD0B9-38DA-4A7E-B11D-66A3CFD8AFAD}" sibTransId="{F7F925A3-F808-44AB-9198-93FBB38EC3BA}"/>
    <dgm:cxn modelId="{69ED94D1-E91A-47F4-882D-69DA00E430B7}" type="presOf" srcId="{1D57B628-5F7C-440F-B0E2-55B0137D9AF5}" destId="{34C792FE-BE2D-4035-8B7D-A8773FBF85D5}" srcOrd="0" destOrd="0" presId="urn:microsoft.com/office/officeart/2005/8/layout/cycle3"/>
    <dgm:cxn modelId="{A85E46D6-5935-4FFD-835F-FD317B879B75}" srcId="{1D57B628-5F7C-440F-B0E2-55B0137D9AF5}" destId="{A2E261B5-BD39-47F0-949D-E1A0117C3E2B}" srcOrd="3" destOrd="0" parTransId="{42843DE3-044D-4F8D-A97E-02BA79805B63}" sibTransId="{5E6871ED-7D2C-4B63-9A5B-90CD2052BADC}"/>
    <dgm:cxn modelId="{F9330ADA-68B0-461A-AA43-564B3FA577BE}" type="presOf" srcId="{E8970AC8-969D-43F0-B6E3-34324FBBFA5D}" destId="{342BB1DC-174B-45DA-A652-ACB327F4F2B7}" srcOrd="0" destOrd="0" presId="urn:microsoft.com/office/officeart/2005/8/layout/cycle3"/>
    <dgm:cxn modelId="{A7FF0CE6-DF94-4D22-84DF-9670FEF4326A}" type="presParOf" srcId="{34C792FE-BE2D-4035-8B7D-A8773FBF85D5}" destId="{B1858E7A-E4E4-405E-AA51-27F024A139D3}" srcOrd="0" destOrd="0" presId="urn:microsoft.com/office/officeart/2005/8/layout/cycle3"/>
    <dgm:cxn modelId="{690A5EBE-E812-41D2-BFCC-1F5A61B214EB}" type="presParOf" srcId="{B1858E7A-E4E4-405E-AA51-27F024A139D3}" destId="{DBBB1098-A42D-470F-B503-39B0BC669B25}" srcOrd="0" destOrd="0" presId="urn:microsoft.com/office/officeart/2005/8/layout/cycle3"/>
    <dgm:cxn modelId="{19D3AA46-3150-4B90-8A00-DF52FA3CC799}" type="presParOf" srcId="{B1858E7A-E4E4-405E-AA51-27F024A139D3}" destId="{342BB1DC-174B-45DA-A652-ACB327F4F2B7}" srcOrd="1" destOrd="0" presId="urn:microsoft.com/office/officeart/2005/8/layout/cycle3"/>
    <dgm:cxn modelId="{91D90865-A1DF-41A1-8B23-5E9A1F1AC4C4}" type="presParOf" srcId="{B1858E7A-E4E4-405E-AA51-27F024A139D3}" destId="{FA3ECE22-107F-435F-B2C3-DA62F3CEA81E}" srcOrd="2" destOrd="0" presId="urn:microsoft.com/office/officeart/2005/8/layout/cycle3"/>
    <dgm:cxn modelId="{87F9A491-CE6E-4334-960F-8208FABD0B9D}" type="presParOf" srcId="{B1858E7A-E4E4-405E-AA51-27F024A139D3}" destId="{F9A006DE-3624-43A6-BCBD-7F38F89E5DA9}" srcOrd="3" destOrd="0" presId="urn:microsoft.com/office/officeart/2005/8/layout/cycle3"/>
    <dgm:cxn modelId="{5D94D0C9-659B-48A8-A244-446CDE1E4EAF}" type="presParOf" srcId="{B1858E7A-E4E4-405E-AA51-27F024A139D3}" destId="{CCDC8AE1-AC9C-4797-8B31-45AC668E8A05}" srcOrd="4" destOrd="0" presId="urn:microsoft.com/office/officeart/2005/8/layout/cycle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BABE06-D4FC-4B0B-933D-2C520B544743}">
      <dsp:nvSpPr>
        <dsp:cNvPr id="0" name=""/>
        <dsp:cNvSpPr/>
      </dsp:nvSpPr>
      <dsp:spPr>
        <a:xfrm rot="10800000">
          <a:off x="3741660" y="0"/>
          <a:ext cx="7263222" cy="1532021"/>
        </a:xfrm>
        <a:prstGeom prst="nonIsoscelesTrapezoid">
          <a:avLst>
            <a:gd name="adj1" fmla="val 0"/>
            <a:gd name="adj2" fmla="val 61058"/>
          </a:avLst>
        </a:prstGeom>
        <a:solidFill>
          <a:schemeClr val="lt1">
            <a:alpha val="90000"/>
            <a:hueOff val="0"/>
            <a:satOff val="0"/>
            <a:lumOff val="0"/>
            <a:alphaOff val="0"/>
          </a:schemeClr>
        </a:solidFill>
        <a:ln w="9525" cap="rnd" cmpd="sng" algn="ctr">
          <a:solidFill>
            <a:schemeClr val="accent5">
              <a:shade val="5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228600" lvl="1" indent="-228600" algn="l" defTabSz="977900">
            <a:lnSpc>
              <a:spcPct val="90000"/>
            </a:lnSpc>
            <a:spcBef>
              <a:spcPct val="0"/>
            </a:spcBef>
            <a:spcAft>
              <a:spcPct val="15000"/>
            </a:spcAft>
            <a:buChar char="•"/>
          </a:pPr>
          <a:r>
            <a:rPr lang="fr-FR" sz="2200" kern="1200"/>
            <a:t>Permet de développer une connaissance profonde</a:t>
          </a:r>
        </a:p>
        <a:p>
          <a:pPr marL="228600" lvl="1" indent="-228600" algn="l" defTabSz="977900">
            <a:lnSpc>
              <a:spcPct val="90000"/>
            </a:lnSpc>
            <a:spcBef>
              <a:spcPct val="0"/>
            </a:spcBef>
            <a:spcAft>
              <a:spcPct val="15000"/>
            </a:spcAft>
            <a:buChar char="•"/>
          </a:pPr>
          <a:r>
            <a:rPr lang="fr-FR" sz="2200" kern="1200"/>
            <a:t>Décision, Compréhensif, Personnel</a:t>
          </a:r>
        </a:p>
      </dsp:txBody>
      <dsp:txXfrm rot="10800000">
        <a:off x="4677075" y="0"/>
        <a:ext cx="6327807" cy="1532021"/>
      </dsp:txXfrm>
    </dsp:sp>
    <dsp:sp modelId="{C6A69816-7C79-480D-81C0-9CBC62B9E095}">
      <dsp:nvSpPr>
        <dsp:cNvPr id="0" name=""/>
        <dsp:cNvSpPr/>
      </dsp:nvSpPr>
      <dsp:spPr>
        <a:xfrm>
          <a:off x="2806245" y="0"/>
          <a:ext cx="1870830" cy="1532021"/>
        </a:xfrm>
        <a:prstGeom prst="trapezoid">
          <a:avLst>
            <a:gd name="adj" fmla="val 61058"/>
          </a:avLst>
        </a:prstGeom>
        <a:gradFill rotWithShape="0">
          <a:gsLst>
            <a:gs pos="0">
              <a:schemeClr val="accent5">
                <a:shade val="50000"/>
                <a:hueOff val="0"/>
                <a:satOff val="0"/>
                <a:lumOff val="0"/>
                <a:alphaOff val="0"/>
                <a:tint val="98000"/>
                <a:lumMod val="114000"/>
              </a:schemeClr>
            </a:gs>
            <a:gs pos="100000">
              <a:schemeClr val="accent5">
                <a:shade val="50000"/>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r>
            <a:rPr lang="fr-FR" sz="2600" kern="1200" dirty="0">
              <a:solidFill>
                <a:schemeClr val="tx2">
                  <a:lumMod val="10000"/>
                </a:schemeClr>
              </a:solidFill>
            </a:rPr>
            <a:t>Sagesse</a:t>
          </a:r>
        </a:p>
      </dsp:txBody>
      <dsp:txXfrm>
        <a:off x="2806245" y="0"/>
        <a:ext cx="1870830" cy="1532021"/>
      </dsp:txXfrm>
    </dsp:sp>
    <dsp:sp modelId="{8792D0EF-A4DA-4A1E-A22B-D5881B9AEFD7}">
      <dsp:nvSpPr>
        <dsp:cNvPr id="0" name=""/>
        <dsp:cNvSpPr/>
      </dsp:nvSpPr>
      <dsp:spPr>
        <a:xfrm rot="10800000">
          <a:off x="4677075" y="1532021"/>
          <a:ext cx="6327807" cy="1532021"/>
        </a:xfrm>
        <a:prstGeom prst="nonIsoscelesTrapezoid">
          <a:avLst>
            <a:gd name="adj1" fmla="val 0"/>
            <a:gd name="adj2" fmla="val 61058"/>
          </a:avLst>
        </a:prstGeom>
        <a:solidFill>
          <a:schemeClr val="lt1">
            <a:alpha val="90000"/>
            <a:hueOff val="0"/>
            <a:satOff val="0"/>
            <a:lumOff val="0"/>
            <a:alphaOff val="0"/>
          </a:schemeClr>
        </a:solidFill>
        <a:ln w="9525" cap="rnd" cmpd="sng" algn="ctr">
          <a:solidFill>
            <a:schemeClr val="accent5">
              <a:shade val="50000"/>
              <a:hueOff val="93127"/>
              <a:satOff val="17743"/>
              <a:lumOff val="17913"/>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228600" lvl="1" indent="-228600" algn="l" defTabSz="977900">
            <a:lnSpc>
              <a:spcPct val="90000"/>
            </a:lnSpc>
            <a:spcBef>
              <a:spcPct val="0"/>
            </a:spcBef>
            <a:spcAft>
              <a:spcPct val="15000"/>
            </a:spcAft>
            <a:buChar char="•"/>
          </a:pPr>
          <a:r>
            <a:rPr lang="fr-FR" sz="2200" kern="1200"/>
            <a:t>Permet d'établir le sens</a:t>
          </a:r>
        </a:p>
        <a:p>
          <a:pPr marL="228600" lvl="1" indent="-228600" algn="l" defTabSz="977900">
            <a:lnSpc>
              <a:spcPct val="90000"/>
            </a:lnSpc>
            <a:spcBef>
              <a:spcPct val="0"/>
            </a:spcBef>
            <a:spcAft>
              <a:spcPct val="15000"/>
            </a:spcAft>
            <a:buChar char="•"/>
          </a:pPr>
          <a:r>
            <a:rPr lang="fr-FR" sz="2200" kern="1200"/>
            <a:t>Synthétisée, formalisée, savoir</a:t>
          </a:r>
        </a:p>
        <a:p>
          <a:pPr marL="228600" lvl="1" indent="-228600" algn="l" defTabSz="977900">
            <a:lnSpc>
              <a:spcPct val="90000"/>
            </a:lnSpc>
            <a:spcBef>
              <a:spcPct val="0"/>
            </a:spcBef>
            <a:spcAft>
              <a:spcPct val="15000"/>
            </a:spcAft>
            <a:buChar char="•"/>
          </a:pPr>
          <a:r>
            <a:rPr lang="fr-FR" sz="2200" kern="1200"/>
            <a:t>Comment ?</a:t>
          </a:r>
        </a:p>
      </dsp:txBody>
      <dsp:txXfrm rot="10800000">
        <a:off x="5612490" y="1532021"/>
        <a:ext cx="5392392" cy="1532021"/>
      </dsp:txXfrm>
    </dsp:sp>
    <dsp:sp modelId="{A9C7A9B1-4E76-4F0D-A38B-4252F4ED70C6}">
      <dsp:nvSpPr>
        <dsp:cNvPr id="0" name=""/>
        <dsp:cNvSpPr/>
      </dsp:nvSpPr>
      <dsp:spPr>
        <a:xfrm>
          <a:off x="1870830" y="1532021"/>
          <a:ext cx="3741660" cy="1532021"/>
        </a:xfrm>
        <a:prstGeom prst="trapezoid">
          <a:avLst>
            <a:gd name="adj" fmla="val 61058"/>
          </a:avLst>
        </a:prstGeom>
        <a:gradFill rotWithShape="0">
          <a:gsLst>
            <a:gs pos="0">
              <a:schemeClr val="accent5">
                <a:shade val="50000"/>
                <a:hueOff val="93127"/>
                <a:satOff val="17743"/>
                <a:lumOff val="17913"/>
                <a:alphaOff val="0"/>
                <a:tint val="98000"/>
                <a:lumMod val="114000"/>
              </a:schemeClr>
            </a:gs>
            <a:gs pos="100000">
              <a:schemeClr val="accent5">
                <a:shade val="50000"/>
                <a:hueOff val="93127"/>
                <a:satOff val="17743"/>
                <a:lumOff val="17913"/>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r>
            <a:rPr lang="fr-FR" sz="2600" kern="1200" dirty="0">
              <a:solidFill>
                <a:schemeClr val="tx2">
                  <a:lumMod val="10000"/>
                </a:schemeClr>
              </a:solidFill>
            </a:rPr>
            <a:t>Connaissance</a:t>
          </a:r>
        </a:p>
      </dsp:txBody>
      <dsp:txXfrm>
        <a:off x="2525620" y="1532021"/>
        <a:ext cx="2432079" cy="1532021"/>
      </dsp:txXfrm>
    </dsp:sp>
    <dsp:sp modelId="{4649ED89-95B6-474F-AD8D-54C0E68023F7}">
      <dsp:nvSpPr>
        <dsp:cNvPr id="0" name=""/>
        <dsp:cNvSpPr/>
      </dsp:nvSpPr>
      <dsp:spPr>
        <a:xfrm rot="10800000">
          <a:off x="5612490" y="3064042"/>
          <a:ext cx="5392392" cy="1532021"/>
        </a:xfrm>
        <a:prstGeom prst="nonIsoscelesTrapezoid">
          <a:avLst>
            <a:gd name="adj1" fmla="val 0"/>
            <a:gd name="adj2" fmla="val 61058"/>
          </a:avLst>
        </a:prstGeom>
        <a:solidFill>
          <a:schemeClr val="lt1">
            <a:alpha val="90000"/>
            <a:hueOff val="0"/>
            <a:satOff val="0"/>
            <a:lumOff val="0"/>
            <a:alphaOff val="0"/>
          </a:schemeClr>
        </a:solidFill>
        <a:ln w="9525" cap="rnd" cmpd="sng" algn="ctr">
          <a:solidFill>
            <a:schemeClr val="accent5">
              <a:shade val="50000"/>
              <a:hueOff val="186253"/>
              <a:satOff val="35486"/>
              <a:lumOff val="35826"/>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228600" lvl="1" indent="-228600" algn="l" defTabSz="977900">
            <a:lnSpc>
              <a:spcPct val="90000"/>
            </a:lnSpc>
            <a:spcBef>
              <a:spcPct val="0"/>
            </a:spcBef>
            <a:spcAft>
              <a:spcPct val="15000"/>
            </a:spcAft>
            <a:buChar char="•"/>
          </a:pPr>
          <a:r>
            <a:rPr lang="fr-FR" sz="2200" kern="1200"/>
            <a:t>Permet d'établir le contexte</a:t>
          </a:r>
        </a:p>
        <a:p>
          <a:pPr marL="228600" lvl="1" indent="-228600" algn="l" defTabSz="977900">
            <a:lnSpc>
              <a:spcPct val="90000"/>
            </a:lnSpc>
            <a:spcBef>
              <a:spcPct val="0"/>
            </a:spcBef>
            <a:spcAft>
              <a:spcPct val="15000"/>
            </a:spcAft>
            <a:buChar char="•"/>
          </a:pPr>
          <a:r>
            <a:rPr lang="fr-FR" sz="2200" kern="1200"/>
            <a:t>Contextualisée, organisée, structurée</a:t>
          </a:r>
        </a:p>
        <a:p>
          <a:pPr marL="228600" lvl="1" indent="-228600" algn="l" defTabSz="977900">
            <a:lnSpc>
              <a:spcPct val="90000"/>
            </a:lnSpc>
            <a:spcBef>
              <a:spcPct val="0"/>
            </a:spcBef>
            <a:spcAft>
              <a:spcPct val="15000"/>
            </a:spcAft>
            <a:buChar char="•"/>
          </a:pPr>
          <a:r>
            <a:rPr lang="fr-FR" sz="2200" kern="1200"/>
            <a:t>Qui ? Quoi ? Où ? Quand ?</a:t>
          </a:r>
        </a:p>
      </dsp:txBody>
      <dsp:txXfrm rot="10800000">
        <a:off x="6547905" y="3064042"/>
        <a:ext cx="4456977" cy="1532021"/>
      </dsp:txXfrm>
    </dsp:sp>
    <dsp:sp modelId="{C1AEE7CD-3AA0-45D8-BF34-BCB0A8F3A153}">
      <dsp:nvSpPr>
        <dsp:cNvPr id="0" name=""/>
        <dsp:cNvSpPr/>
      </dsp:nvSpPr>
      <dsp:spPr>
        <a:xfrm>
          <a:off x="935415" y="3064042"/>
          <a:ext cx="5612490" cy="1532021"/>
        </a:xfrm>
        <a:prstGeom prst="trapezoid">
          <a:avLst>
            <a:gd name="adj" fmla="val 61058"/>
          </a:avLst>
        </a:prstGeom>
        <a:gradFill rotWithShape="0">
          <a:gsLst>
            <a:gs pos="0">
              <a:schemeClr val="accent5">
                <a:shade val="50000"/>
                <a:hueOff val="186253"/>
                <a:satOff val="35486"/>
                <a:lumOff val="35826"/>
                <a:alphaOff val="0"/>
                <a:tint val="98000"/>
                <a:lumMod val="114000"/>
              </a:schemeClr>
            </a:gs>
            <a:gs pos="100000">
              <a:schemeClr val="accent5">
                <a:shade val="50000"/>
                <a:hueOff val="186253"/>
                <a:satOff val="35486"/>
                <a:lumOff val="35826"/>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r>
            <a:rPr lang="fr-FR" sz="2600" kern="1200" dirty="0">
              <a:solidFill>
                <a:schemeClr val="tx2">
                  <a:lumMod val="10000"/>
                </a:schemeClr>
              </a:solidFill>
            </a:rPr>
            <a:t>Information</a:t>
          </a:r>
        </a:p>
      </dsp:txBody>
      <dsp:txXfrm>
        <a:off x="1917600" y="3064042"/>
        <a:ext cx="3648118" cy="1532021"/>
      </dsp:txXfrm>
    </dsp:sp>
    <dsp:sp modelId="{997E8EE4-2BCC-440D-8D02-217F3F3D47D5}">
      <dsp:nvSpPr>
        <dsp:cNvPr id="0" name=""/>
        <dsp:cNvSpPr/>
      </dsp:nvSpPr>
      <dsp:spPr>
        <a:xfrm rot="10800000">
          <a:off x="6547905" y="4596063"/>
          <a:ext cx="4456977" cy="1532021"/>
        </a:xfrm>
        <a:prstGeom prst="nonIsoscelesTrapezoid">
          <a:avLst>
            <a:gd name="adj1" fmla="val 0"/>
            <a:gd name="adj2" fmla="val 61058"/>
          </a:avLst>
        </a:prstGeom>
        <a:solidFill>
          <a:schemeClr val="lt1">
            <a:alpha val="90000"/>
            <a:hueOff val="0"/>
            <a:satOff val="0"/>
            <a:lumOff val="0"/>
            <a:alphaOff val="0"/>
          </a:schemeClr>
        </a:solidFill>
        <a:ln w="9525" cap="rnd" cmpd="sng" algn="ctr">
          <a:solidFill>
            <a:schemeClr val="accent5">
              <a:shade val="50000"/>
              <a:hueOff val="93127"/>
              <a:satOff val="17743"/>
              <a:lumOff val="17913"/>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228600" lvl="1" indent="-228600" algn="l" defTabSz="977900">
            <a:lnSpc>
              <a:spcPct val="90000"/>
            </a:lnSpc>
            <a:spcBef>
              <a:spcPct val="0"/>
            </a:spcBef>
            <a:spcAft>
              <a:spcPct val="15000"/>
            </a:spcAft>
            <a:buChar char="•"/>
          </a:pPr>
          <a:r>
            <a:rPr lang="fr-FR" sz="2200" kern="1200"/>
            <a:t>Symbole dépourvu de sens</a:t>
          </a:r>
        </a:p>
      </dsp:txBody>
      <dsp:txXfrm rot="10800000">
        <a:off x="7483320" y="4596063"/>
        <a:ext cx="3521562" cy="1532021"/>
      </dsp:txXfrm>
    </dsp:sp>
    <dsp:sp modelId="{51C91C29-82F3-4B89-A717-21F4A726C9D0}">
      <dsp:nvSpPr>
        <dsp:cNvPr id="0" name=""/>
        <dsp:cNvSpPr/>
      </dsp:nvSpPr>
      <dsp:spPr>
        <a:xfrm>
          <a:off x="0" y="4596063"/>
          <a:ext cx="7483320" cy="1532021"/>
        </a:xfrm>
        <a:prstGeom prst="trapezoid">
          <a:avLst>
            <a:gd name="adj" fmla="val 61058"/>
          </a:avLst>
        </a:prstGeom>
        <a:gradFill rotWithShape="0">
          <a:gsLst>
            <a:gs pos="0">
              <a:schemeClr val="accent5">
                <a:shade val="50000"/>
                <a:hueOff val="93127"/>
                <a:satOff val="17743"/>
                <a:lumOff val="17913"/>
                <a:alphaOff val="0"/>
                <a:tint val="98000"/>
                <a:lumMod val="114000"/>
              </a:schemeClr>
            </a:gs>
            <a:gs pos="100000">
              <a:schemeClr val="accent5">
                <a:shade val="50000"/>
                <a:hueOff val="93127"/>
                <a:satOff val="17743"/>
                <a:lumOff val="17913"/>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r>
            <a:rPr lang="fr-FR" sz="2600" kern="1200" dirty="0">
              <a:solidFill>
                <a:schemeClr val="tx2">
                  <a:lumMod val="10000"/>
                </a:schemeClr>
              </a:solidFill>
            </a:rPr>
            <a:t>Donnée</a:t>
          </a:r>
        </a:p>
      </dsp:txBody>
      <dsp:txXfrm>
        <a:off x="1309581" y="4596063"/>
        <a:ext cx="4864158" cy="153202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303062-6557-4024-95D4-B5CEFFC53FC8}">
      <dsp:nvSpPr>
        <dsp:cNvPr id="0" name=""/>
        <dsp:cNvSpPr/>
      </dsp:nvSpPr>
      <dsp:spPr>
        <a:xfrm>
          <a:off x="9178" y="275752"/>
          <a:ext cx="2743216" cy="1645929"/>
        </a:xfrm>
        <a:prstGeom prst="roundRect">
          <a:avLst>
            <a:gd name="adj" fmla="val 10000"/>
          </a:avLst>
        </a:prstGeom>
        <a:solidFill>
          <a:schemeClr val="accent1">
            <a:shade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ctr" defTabSz="1733550">
            <a:lnSpc>
              <a:spcPct val="90000"/>
            </a:lnSpc>
            <a:spcBef>
              <a:spcPct val="0"/>
            </a:spcBef>
            <a:spcAft>
              <a:spcPct val="35000"/>
            </a:spcAft>
            <a:buNone/>
          </a:pPr>
          <a:r>
            <a:rPr lang="fr-FR" sz="3900" kern="1200"/>
            <a:t>Entrants (inputs)</a:t>
          </a:r>
        </a:p>
      </dsp:txBody>
      <dsp:txXfrm>
        <a:off x="57386" y="323960"/>
        <a:ext cx="2646800" cy="1549513"/>
      </dsp:txXfrm>
    </dsp:sp>
    <dsp:sp modelId="{29882F23-885A-433F-A0D5-DBC8E84359FB}">
      <dsp:nvSpPr>
        <dsp:cNvPr id="0" name=""/>
        <dsp:cNvSpPr/>
      </dsp:nvSpPr>
      <dsp:spPr>
        <a:xfrm>
          <a:off x="3026715" y="758558"/>
          <a:ext cx="581561" cy="680317"/>
        </a:xfrm>
        <a:prstGeom prst="rightArrow">
          <a:avLst>
            <a:gd name="adj1" fmla="val 60000"/>
            <a:gd name="adj2" fmla="val 50000"/>
          </a:avLst>
        </a:prstGeom>
        <a:solidFill>
          <a:schemeClr val="accent1">
            <a:shade val="9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289050">
            <a:lnSpc>
              <a:spcPct val="90000"/>
            </a:lnSpc>
            <a:spcBef>
              <a:spcPct val="0"/>
            </a:spcBef>
            <a:spcAft>
              <a:spcPct val="35000"/>
            </a:spcAft>
            <a:buNone/>
          </a:pPr>
          <a:endParaRPr lang="fr-FR" sz="2900" kern="1200"/>
        </a:p>
      </dsp:txBody>
      <dsp:txXfrm>
        <a:off x="3026715" y="894621"/>
        <a:ext cx="407093" cy="408191"/>
      </dsp:txXfrm>
    </dsp:sp>
    <dsp:sp modelId="{E73DB8AA-5E35-49EA-A4A3-034550B149A1}">
      <dsp:nvSpPr>
        <dsp:cNvPr id="0" name=""/>
        <dsp:cNvSpPr/>
      </dsp:nvSpPr>
      <dsp:spPr>
        <a:xfrm>
          <a:off x="3849680" y="275752"/>
          <a:ext cx="2743216" cy="1645929"/>
        </a:xfrm>
        <a:prstGeom prst="roundRect">
          <a:avLst>
            <a:gd name="adj" fmla="val 10000"/>
          </a:avLst>
        </a:prstGeom>
        <a:solidFill>
          <a:schemeClr val="accent1">
            <a:shade val="50000"/>
            <a:hueOff val="258966"/>
            <a:satOff val="-6931"/>
            <a:lumOff val="29377"/>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ctr" defTabSz="1733550">
            <a:lnSpc>
              <a:spcPct val="90000"/>
            </a:lnSpc>
            <a:spcBef>
              <a:spcPct val="0"/>
            </a:spcBef>
            <a:spcAft>
              <a:spcPct val="35000"/>
            </a:spcAft>
            <a:buNone/>
          </a:pPr>
          <a:r>
            <a:rPr lang="fr-FR" sz="3900" kern="1200"/>
            <a:t>Processus (process)</a:t>
          </a:r>
        </a:p>
      </dsp:txBody>
      <dsp:txXfrm>
        <a:off x="3897888" y="323960"/>
        <a:ext cx="2646800" cy="1549513"/>
      </dsp:txXfrm>
    </dsp:sp>
    <dsp:sp modelId="{C9FD9A40-D4D3-407C-B1A9-664CC54C4537}">
      <dsp:nvSpPr>
        <dsp:cNvPr id="0" name=""/>
        <dsp:cNvSpPr/>
      </dsp:nvSpPr>
      <dsp:spPr>
        <a:xfrm>
          <a:off x="6867218" y="758558"/>
          <a:ext cx="581561" cy="680317"/>
        </a:xfrm>
        <a:prstGeom prst="rightArrow">
          <a:avLst>
            <a:gd name="adj1" fmla="val 60000"/>
            <a:gd name="adj2" fmla="val 50000"/>
          </a:avLst>
        </a:prstGeom>
        <a:solidFill>
          <a:schemeClr val="accent1">
            <a:shade val="90000"/>
            <a:hueOff val="406446"/>
            <a:satOff val="-9077"/>
            <a:lumOff val="3423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289050">
            <a:lnSpc>
              <a:spcPct val="90000"/>
            </a:lnSpc>
            <a:spcBef>
              <a:spcPct val="0"/>
            </a:spcBef>
            <a:spcAft>
              <a:spcPct val="35000"/>
            </a:spcAft>
            <a:buNone/>
          </a:pPr>
          <a:endParaRPr lang="fr-FR" sz="2900" kern="1200"/>
        </a:p>
      </dsp:txBody>
      <dsp:txXfrm>
        <a:off x="6867218" y="894621"/>
        <a:ext cx="407093" cy="408191"/>
      </dsp:txXfrm>
    </dsp:sp>
    <dsp:sp modelId="{84199F97-9C85-47D7-BE40-4CAFD1F336BB}">
      <dsp:nvSpPr>
        <dsp:cNvPr id="0" name=""/>
        <dsp:cNvSpPr/>
      </dsp:nvSpPr>
      <dsp:spPr>
        <a:xfrm>
          <a:off x="7690182" y="275752"/>
          <a:ext cx="2743216" cy="1645929"/>
        </a:xfrm>
        <a:prstGeom prst="roundRect">
          <a:avLst>
            <a:gd name="adj" fmla="val 10000"/>
          </a:avLst>
        </a:prstGeom>
        <a:solidFill>
          <a:schemeClr val="accent1">
            <a:shade val="50000"/>
            <a:hueOff val="258966"/>
            <a:satOff val="-6931"/>
            <a:lumOff val="29377"/>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ctr" defTabSz="1733550">
            <a:lnSpc>
              <a:spcPct val="90000"/>
            </a:lnSpc>
            <a:spcBef>
              <a:spcPct val="0"/>
            </a:spcBef>
            <a:spcAft>
              <a:spcPct val="35000"/>
            </a:spcAft>
            <a:buNone/>
          </a:pPr>
          <a:r>
            <a:rPr lang="fr-FR" sz="3900" kern="1200"/>
            <a:t>Sortants (outputs)</a:t>
          </a:r>
        </a:p>
      </dsp:txBody>
      <dsp:txXfrm>
        <a:off x="7738390" y="323960"/>
        <a:ext cx="2646800" cy="154951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2BB1DC-174B-45DA-A652-ACB327F4F2B7}">
      <dsp:nvSpPr>
        <dsp:cNvPr id="0" name=""/>
        <dsp:cNvSpPr/>
      </dsp:nvSpPr>
      <dsp:spPr>
        <a:xfrm>
          <a:off x="1573166" y="-99275"/>
          <a:ext cx="4361371" cy="4361371"/>
        </a:xfrm>
        <a:prstGeom prst="circularArrow">
          <a:avLst>
            <a:gd name="adj1" fmla="val 4668"/>
            <a:gd name="adj2" fmla="val 272909"/>
            <a:gd name="adj3" fmla="val 12921678"/>
            <a:gd name="adj4" fmla="val 17969569"/>
            <a:gd name="adj5" fmla="val 4847"/>
          </a:avLst>
        </a:prstGeom>
        <a:solidFill>
          <a:schemeClr val="accent1">
            <a:tint val="5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BBB1098-A42D-470F-B503-39B0BC669B25}">
      <dsp:nvSpPr>
        <dsp:cNvPr id="0" name=""/>
        <dsp:cNvSpPr/>
      </dsp:nvSpPr>
      <dsp:spPr>
        <a:xfrm>
          <a:off x="2335160" y="648"/>
          <a:ext cx="2837384" cy="1418692"/>
        </a:xfrm>
        <a:prstGeom prst="roundRect">
          <a:avLst/>
        </a:prstGeom>
        <a:solidFill>
          <a:schemeClr val="accent1">
            <a:shade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fr-FR" sz="2400" kern="1200"/>
            <a:t>Entrants (inputs)</a:t>
          </a:r>
        </a:p>
      </dsp:txBody>
      <dsp:txXfrm>
        <a:off x="2404415" y="69903"/>
        <a:ext cx="2698874" cy="1280182"/>
      </dsp:txXfrm>
    </dsp:sp>
    <dsp:sp modelId="{FA3ECE22-107F-435F-B2C3-DA62F3CEA81E}">
      <dsp:nvSpPr>
        <dsp:cNvPr id="0" name=""/>
        <dsp:cNvSpPr/>
      </dsp:nvSpPr>
      <dsp:spPr>
        <a:xfrm>
          <a:off x="3901182" y="1566670"/>
          <a:ext cx="2837384" cy="1418692"/>
        </a:xfrm>
        <a:prstGeom prst="roundRect">
          <a:avLst/>
        </a:prstGeom>
        <a:solidFill>
          <a:schemeClr val="accent1">
            <a:shade val="50000"/>
            <a:hueOff val="194225"/>
            <a:satOff val="-5198"/>
            <a:lumOff val="22033"/>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fr-FR" sz="2400" kern="1200"/>
            <a:t>Processus (process)</a:t>
          </a:r>
        </a:p>
      </dsp:txBody>
      <dsp:txXfrm>
        <a:off x="3970437" y="1635925"/>
        <a:ext cx="2698874" cy="1280182"/>
      </dsp:txXfrm>
    </dsp:sp>
    <dsp:sp modelId="{F9A006DE-3624-43A6-BCBD-7F38F89E5DA9}">
      <dsp:nvSpPr>
        <dsp:cNvPr id="0" name=""/>
        <dsp:cNvSpPr/>
      </dsp:nvSpPr>
      <dsp:spPr>
        <a:xfrm>
          <a:off x="2335160" y="3132692"/>
          <a:ext cx="2837384" cy="1418692"/>
        </a:xfrm>
        <a:prstGeom prst="roundRect">
          <a:avLst/>
        </a:prstGeom>
        <a:solidFill>
          <a:schemeClr val="accent1">
            <a:shade val="50000"/>
            <a:hueOff val="388449"/>
            <a:satOff val="-10397"/>
            <a:lumOff val="44066"/>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fr-FR" sz="2400" kern="1200"/>
            <a:t>Sortants (outputs)</a:t>
          </a:r>
        </a:p>
      </dsp:txBody>
      <dsp:txXfrm>
        <a:off x="2404415" y="3201947"/>
        <a:ext cx="2698874" cy="1280182"/>
      </dsp:txXfrm>
    </dsp:sp>
    <dsp:sp modelId="{CCDC8AE1-AC9C-4797-8B31-45AC668E8A05}">
      <dsp:nvSpPr>
        <dsp:cNvPr id="0" name=""/>
        <dsp:cNvSpPr/>
      </dsp:nvSpPr>
      <dsp:spPr>
        <a:xfrm>
          <a:off x="769138" y="1566670"/>
          <a:ext cx="2837384" cy="1418692"/>
        </a:xfrm>
        <a:prstGeom prst="roundRect">
          <a:avLst/>
        </a:prstGeom>
        <a:solidFill>
          <a:schemeClr val="accent1">
            <a:shade val="50000"/>
            <a:hueOff val="194225"/>
            <a:satOff val="-5198"/>
            <a:lumOff val="22033"/>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fr-FR" sz="2400" kern="1200"/>
            <a:t>Boucle de retours (feddback loop)</a:t>
          </a:r>
        </a:p>
      </dsp:txBody>
      <dsp:txXfrm>
        <a:off x="838393" y="1635925"/>
        <a:ext cx="2698874" cy="1280182"/>
      </dsp:txXfrm>
    </dsp:sp>
  </dsp:spTree>
</dsp:drawing>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fr-FR"/>
              <a:t>Modifiez le style du titre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dirty="0"/>
              <a:t>10/16/2024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‹N°›</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10/16/2024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‹N°›</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fr-FR"/>
              <a:t>Modifiez le style du titre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4509A250-FF31-4206-8172-F9D3106AACB1}" type="datetimeFigureOut">
              <a:rPr lang="en-US" dirty="0"/>
              <a:t>10/16/2024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‹N°›</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4509A250-FF31-4206-8172-F9D3106AACB1}" type="datetimeFigureOut">
              <a:rPr lang="en-US" dirty="0"/>
              <a:t>10/16/2024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‹N°›</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a:t>Modifiez le style du titre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4509A250-FF31-4206-8172-F9D3106AACB1}" type="datetimeFigureOut">
              <a:rPr lang="en-US" dirty="0"/>
              <a:t>10/16/2024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t>‹N°›</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dirty="0"/>
              <a:t>10/16/2024</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t>‹N°›</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10/16/2024</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t>‹N°›</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fr-FR"/>
              <a:t>Modifiez le style du titre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7" name="Date Placeholder 4"/>
          <p:cNvSpPr>
            <a:spLocks noGrp="1"/>
          </p:cNvSpPr>
          <p:nvPr>
            <p:ph type="dt" sz="half" idx="10"/>
          </p:nvPr>
        </p:nvSpPr>
        <p:spPr/>
        <p:txBody>
          <a:bodyPr/>
          <a:lstStyle/>
          <a:p>
            <a:fld id="{4509A250-FF31-4206-8172-F9D3106AACB1}" type="datetimeFigureOut">
              <a:rPr lang="en-US" dirty="0"/>
              <a:t>10/16/2024</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t>‹N°›</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fr-FR"/>
              <a:t>Modifiez le style du titre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4509A250-FF31-4206-8172-F9D3106AACB1}" type="datetimeFigureOut">
              <a:rPr lang="en-US" dirty="0"/>
              <a:t>10/16/2024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‹N°›</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panoramiqu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fr-FR"/>
              <a:t>Modifiez le style du titre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4509A250-FF31-4206-8172-F9D3106AACB1}" type="datetimeFigureOut">
              <a:rPr lang="en-US" dirty="0"/>
              <a:t>10/16/2024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‹N°›</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fr-FR"/>
              <a:t>Modifiez le style du titre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4509A250-FF31-4206-8172-F9D3106AACB1}" type="datetimeFigureOut">
              <a:rPr lang="en-US" dirty="0"/>
              <a:t>10/16/2024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‹N°›</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fr-FR"/>
              <a:t>Modifiez le style du titre</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4509A250-FF31-4206-8172-F9D3106AACB1}" type="datetimeFigureOut">
              <a:rPr lang="en-US" dirty="0"/>
              <a:t>10/16/2024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‹N°›</a:t>
            </a:fld>
            <a:endParaRPr lang="en-US" dirty="0"/>
          </a:p>
        </p:txBody>
      </p:sp>
      <p:sp>
        <p:nvSpPr>
          <p:cNvPr id="9" name="TextBox 8"/>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fr-FR"/>
              <a:t>Modifiez le style du titre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4509A250-FF31-4206-8172-F9D3106AACB1}" type="datetimeFigureOut">
              <a:rPr lang="en-US" dirty="0"/>
              <a:t>10/16/2024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‹N°›</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fr-FR"/>
              <a:t>Modifiez le style du titre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10/16/2024</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‹N°›</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s d’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fr-FR"/>
              <a:t>Modifiez le style du titre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10/16/2024</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‹N°›</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nchor="t" anchorCtr="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10/16/2024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‹N°›</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fr-FR"/>
              <a:t>Modifiez le style du titre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10/16/2024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‹N°›</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fr-FR"/>
              <a:t>Modifiez le style du titre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509A250-FF31-4206-8172-F9D3106AACB1}" type="datetimeFigureOut">
              <a:rPr lang="en-US" dirty="0"/>
              <a:t>10/16/2024</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‹N°›</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package" Target="../embeddings/Microsoft_Word_Document.docx"/><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www.cnil.fr/fr/la-loi-informatique-et-libertes" TargetMode="Externa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slideLayout" Target="../slideLayouts/slideLayout2.xml"/><Relationship Id="rId1" Type="http://schemas.openxmlformats.org/officeDocument/2006/relationships/video" Target="https://www.youtube.com/embed/ap0lXN-U4co?feature=oembed" TargetMode="External"/></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5D18F37-38A5-D745-F5BE-8FEFCB485261}"/>
              </a:ext>
            </a:extLst>
          </p:cNvPr>
          <p:cNvSpPr>
            <a:spLocks noGrp="1"/>
          </p:cNvSpPr>
          <p:nvPr>
            <p:ph type="ctrTitle"/>
          </p:nvPr>
        </p:nvSpPr>
        <p:spPr/>
        <p:txBody>
          <a:bodyPr/>
          <a:lstStyle/>
          <a:p>
            <a:r>
              <a:rPr lang="fr-FR" dirty="0"/>
              <a:t>TD 1 : SI et innovations</a:t>
            </a:r>
          </a:p>
        </p:txBody>
      </p:sp>
      <p:sp>
        <p:nvSpPr>
          <p:cNvPr id="3" name="Sous-titre 2">
            <a:extLst>
              <a:ext uri="{FF2B5EF4-FFF2-40B4-BE49-F238E27FC236}">
                <a16:creationId xmlns:a16="http://schemas.microsoft.com/office/drawing/2014/main" id="{B10EB896-F1BB-E84E-0F26-7CBFAD66E426}"/>
              </a:ext>
            </a:extLst>
          </p:cNvPr>
          <p:cNvSpPr>
            <a:spLocks noGrp="1"/>
          </p:cNvSpPr>
          <p:nvPr>
            <p:ph type="subTitle" idx="1"/>
          </p:nvPr>
        </p:nvSpPr>
        <p:spPr/>
        <p:txBody>
          <a:bodyPr/>
          <a:lstStyle/>
          <a:p>
            <a:r>
              <a:rPr lang="fr-FR" sz="1800" cap="all" dirty="0">
                <a:solidFill>
                  <a:srgbClr val="44546A"/>
                </a:solidFill>
                <a:effectLst/>
                <a:latin typeface="Gentium Basic" panose="02000503060000020004" pitchFamily="2" charset="0"/>
                <a:ea typeface="Calibri" panose="020F0502020204030204" pitchFamily="34" charset="0"/>
                <a:cs typeface="Calibri" panose="020F0502020204030204" pitchFamily="34" charset="0"/>
              </a:rPr>
              <a:t>3.1 Mangement des systèmes d’information</a:t>
            </a:r>
            <a:endParaRPr lang="fr-FR" sz="1800" dirty="0">
              <a:effectLst/>
              <a:latin typeface="Gentium Book Basic" panose="02000503060000020004" pitchFamily="2"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989472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t 5">
            <a:extLst>
              <a:ext uri="{FF2B5EF4-FFF2-40B4-BE49-F238E27FC236}">
                <a16:creationId xmlns:a16="http://schemas.microsoft.com/office/drawing/2014/main" id="{38FB80E5-BEA1-9816-C37E-6FD6FB5BFB90}"/>
              </a:ext>
            </a:extLst>
          </p:cNvPr>
          <p:cNvGraphicFramePr>
            <a:graphicFrameLocks noChangeAspect="1"/>
          </p:cNvGraphicFramePr>
          <p:nvPr>
            <p:extLst>
              <p:ext uri="{D42A27DB-BD31-4B8C-83A1-F6EECF244321}">
                <p14:modId xmlns:p14="http://schemas.microsoft.com/office/powerpoint/2010/main" val="2700164676"/>
              </p:ext>
            </p:extLst>
          </p:nvPr>
        </p:nvGraphicFramePr>
        <p:xfrm>
          <a:off x="288925" y="1027113"/>
          <a:ext cx="11630025" cy="5502275"/>
        </p:xfrm>
        <a:graphic>
          <a:graphicData uri="http://schemas.openxmlformats.org/presentationml/2006/ole">
            <mc:AlternateContent xmlns:mc="http://schemas.openxmlformats.org/markup-compatibility/2006">
              <mc:Choice xmlns:v="urn:schemas-microsoft-com:vml" Requires="v">
                <p:oleObj name="Document" r:id="rId2" imgW="5763233" imgH="2729588" progId="Word.Document.12">
                  <p:embed/>
                </p:oleObj>
              </mc:Choice>
              <mc:Fallback>
                <p:oleObj name="Document" r:id="rId2" imgW="5763233" imgH="2729588" progId="Word.Document.12">
                  <p:embed/>
                  <p:pic>
                    <p:nvPicPr>
                      <p:cNvPr id="0" name=""/>
                      <p:cNvPicPr/>
                      <p:nvPr/>
                    </p:nvPicPr>
                    <p:blipFill>
                      <a:blip r:embed="rId3"/>
                      <a:stretch>
                        <a:fillRect/>
                      </a:stretch>
                    </p:blipFill>
                    <p:spPr>
                      <a:xfrm>
                        <a:off x="288925" y="1027113"/>
                        <a:ext cx="11630025" cy="5502275"/>
                      </a:xfrm>
                      <a:prstGeom prst="rect">
                        <a:avLst/>
                      </a:prstGeom>
                    </p:spPr>
                  </p:pic>
                </p:oleObj>
              </mc:Fallback>
            </mc:AlternateContent>
          </a:graphicData>
        </a:graphic>
      </p:graphicFrame>
    </p:spTree>
    <p:extLst>
      <p:ext uri="{BB962C8B-B14F-4D97-AF65-F5344CB8AC3E}">
        <p14:creationId xmlns:p14="http://schemas.microsoft.com/office/powerpoint/2010/main" val="26913915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0955F25-9A90-F22D-7426-D83091F77676}"/>
              </a:ext>
            </a:extLst>
          </p:cNvPr>
          <p:cNvSpPr>
            <a:spLocks noGrp="1"/>
          </p:cNvSpPr>
          <p:nvPr>
            <p:ph type="title"/>
          </p:nvPr>
        </p:nvSpPr>
        <p:spPr/>
        <p:txBody>
          <a:bodyPr/>
          <a:lstStyle/>
          <a:p>
            <a:r>
              <a:rPr lang="fr-FR" dirty="0"/>
              <a:t>Plan de la séance</a:t>
            </a:r>
          </a:p>
        </p:txBody>
      </p:sp>
      <p:sp>
        <p:nvSpPr>
          <p:cNvPr id="4" name="Rectangle 1">
            <a:extLst>
              <a:ext uri="{FF2B5EF4-FFF2-40B4-BE49-F238E27FC236}">
                <a16:creationId xmlns:a16="http://schemas.microsoft.com/office/drawing/2014/main" id="{15260ECC-DCCF-ABD5-CACC-FEDDEAD0A34E}"/>
              </a:ext>
            </a:extLst>
          </p:cNvPr>
          <p:cNvSpPr>
            <a:spLocks noGrp="1" noChangeArrowheads="1"/>
          </p:cNvSpPr>
          <p:nvPr>
            <p:ph idx="1"/>
          </p:nvPr>
        </p:nvSpPr>
        <p:spPr bwMode="auto">
          <a:xfrm>
            <a:off x="1103312" y="1657687"/>
            <a:ext cx="9895658" cy="4985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19100" algn="l"/>
                <a:tab pos="5754688" algn="r"/>
              </a:tabLst>
              <a:defRPr>
                <a:solidFill>
                  <a:schemeClr val="tx1"/>
                </a:solidFill>
                <a:latin typeface="Arial" panose="020B0604020202020204" pitchFamily="34" charset="0"/>
              </a:defRPr>
            </a:lvl1pPr>
            <a:lvl2pPr eaLnBrk="0" fontAlgn="base" hangingPunct="0">
              <a:spcBef>
                <a:spcPct val="0"/>
              </a:spcBef>
              <a:spcAft>
                <a:spcPct val="0"/>
              </a:spcAft>
              <a:tabLst>
                <a:tab pos="419100" algn="l"/>
                <a:tab pos="5754688" algn="r"/>
              </a:tabLst>
              <a:defRPr>
                <a:solidFill>
                  <a:schemeClr val="tx1"/>
                </a:solidFill>
                <a:latin typeface="Arial" panose="020B0604020202020204" pitchFamily="34" charset="0"/>
              </a:defRPr>
            </a:lvl2pPr>
            <a:lvl3pPr eaLnBrk="0" fontAlgn="base" hangingPunct="0">
              <a:spcBef>
                <a:spcPct val="0"/>
              </a:spcBef>
              <a:spcAft>
                <a:spcPct val="0"/>
              </a:spcAft>
              <a:tabLst>
                <a:tab pos="419100" algn="l"/>
                <a:tab pos="5754688" algn="r"/>
              </a:tabLst>
              <a:defRPr>
                <a:solidFill>
                  <a:schemeClr val="tx1"/>
                </a:solidFill>
                <a:latin typeface="Arial" panose="020B0604020202020204" pitchFamily="34" charset="0"/>
              </a:defRPr>
            </a:lvl3pPr>
            <a:lvl4pPr eaLnBrk="0" fontAlgn="base" hangingPunct="0">
              <a:spcBef>
                <a:spcPct val="0"/>
              </a:spcBef>
              <a:spcAft>
                <a:spcPct val="0"/>
              </a:spcAft>
              <a:tabLst>
                <a:tab pos="419100" algn="l"/>
                <a:tab pos="5754688" algn="r"/>
              </a:tabLst>
              <a:defRPr>
                <a:solidFill>
                  <a:schemeClr val="tx1"/>
                </a:solidFill>
                <a:latin typeface="Arial" panose="020B0604020202020204" pitchFamily="34" charset="0"/>
              </a:defRPr>
            </a:lvl4pPr>
            <a:lvl5pPr eaLnBrk="0" fontAlgn="base" hangingPunct="0">
              <a:spcBef>
                <a:spcPct val="0"/>
              </a:spcBef>
              <a:spcAft>
                <a:spcPct val="0"/>
              </a:spcAft>
              <a:tabLst>
                <a:tab pos="419100" algn="l"/>
                <a:tab pos="5754688" algn="r"/>
              </a:tabLst>
              <a:defRPr>
                <a:solidFill>
                  <a:schemeClr val="tx1"/>
                </a:solidFill>
                <a:latin typeface="Arial" panose="020B0604020202020204" pitchFamily="34" charset="0"/>
              </a:defRPr>
            </a:lvl5pPr>
            <a:lvl6pPr eaLnBrk="0" fontAlgn="base" hangingPunct="0">
              <a:spcBef>
                <a:spcPct val="0"/>
              </a:spcBef>
              <a:spcAft>
                <a:spcPct val="0"/>
              </a:spcAft>
              <a:tabLst>
                <a:tab pos="419100" algn="l"/>
                <a:tab pos="5754688" algn="r"/>
              </a:tabLst>
              <a:defRPr>
                <a:solidFill>
                  <a:schemeClr val="tx1"/>
                </a:solidFill>
                <a:latin typeface="Arial" panose="020B0604020202020204" pitchFamily="34" charset="0"/>
              </a:defRPr>
            </a:lvl6pPr>
            <a:lvl7pPr eaLnBrk="0" fontAlgn="base" hangingPunct="0">
              <a:spcBef>
                <a:spcPct val="0"/>
              </a:spcBef>
              <a:spcAft>
                <a:spcPct val="0"/>
              </a:spcAft>
              <a:tabLst>
                <a:tab pos="419100" algn="l"/>
                <a:tab pos="5754688" algn="r"/>
              </a:tabLst>
              <a:defRPr>
                <a:solidFill>
                  <a:schemeClr val="tx1"/>
                </a:solidFill>
                <a:latin typeface="Arial" panose="020B0604020202020204" pitchFamily="34" charset="0"/>
              </a:defRPr>
            </a:lvl7pPr>
            <a:lvl8pPr eaLnBrk="0" fontAlgn="base" hangingPunct="0">
              <a:spcBef>
                <a:spcPct val="0"/>
              </a:spcBef>
              <a:spcAft>
                <a:spcPct val="0"/>
              </a:spcAft>
              <a:tabLst>
                <a:tab pos="419100" algn="l"/>
                <a:tab pos="5754688" algn="r"/>
              </a:tabLst>
              <a:defRPr>
                <a:solidFill>
                  <a:schemeClr val="tx1"/>
                </a:solidFill>
                <a:latin typeface="Arial" panose="020B0604020202020204" pitchFamily="34" charset="0"/>
              </a:defRPr>
            </a:lvl8pPr>
            <a:lvl9pPr eaLnBrk="0" fontAlgn="base" hangingPunct="0">
              <a:spcBef>
                <a:spcPct val="0"/>
              </a:spcBef>
              <a:spcAft>
                <a:spcPct val="0"/>
              </a:spcAft>
              <a:tabLst>
                <a:tab pos="419100" algn="l"/>
                <a:tab pos="5754688" algn="r"/>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419100" algn="l"/>
                <a:tab pos="5754688" algn="r"/>
              </a:tabLst>
            </a:pPr>
            <a:r>
              <a:rPr kumimoji="0" lang="fr-FR" altLang="fr-FR" sz="2800" b="0" i="0" u="sng" strike="noStrike" cap="none" normalizeH="0" baseline="0" dirty="0">
                <a:ln>
                  <a:noFill/>
                </a:ln>
                <a:solidFill>
                  <a:schemeClr val="tx1">
                    <a:lumMod val="85000"/>
                  </a:schemeClr>
                </a:solidFill>
                <a:effectLst/>
                <a:latin typeface="Gentium Book Basic" panose="02000503060000020004" pitchFamily="2" charset="0"/>
                <a:ea typeface="Calibri" panose="020F0502020204030204" pitchFamily="34" charset="0"/>
                <a:cs typeface="Calibri" panose="020F0502020204030204" pitchFamily="34" charset="0"/>
              </a:rPr>
              <a:t>I.</a:t>
            </a:r>
            <a:r>
              <a:rPr kumimoji="0" lang="fr-FR" altLang="fr-FR" sz="2800" b="0" i="0" u="none" strike="noStrike" cap="none" normalizeH="0" baseline="0" dirty="0">
                <a:ln>
                  <a:noFill/>
                </a:ln>
                <a:solidFill>
                  <a:schemeClr val="tx1">
                    <a:lumMod val="85000"/>
                  </a:schemeClr>
                </a:solidFill>
                <a:effectLst/>
                <a:latin typeface="Gentium Book Basic" panose="02000503060000020004" pitchFamily="2" charset="0"/>
                <a:ea typeface="Calibri" panose="020F0502020204030204" pitchFamily="34" charset="0"/>
                <a:cs typeface="Calibri" panose="020F0502020204030204" pitchFamily="34" charset="0"/>
              </a:rPr>
              <a:t>	</a:t>
            </a:r>
            <a:r>
              <a:rPr kumimoji="0" lang="fr-FR" altLang="fr-FR" sz="2800" b="0" i="0" u="sng" strike="noStrike" cap="none" normalizeH="0" baseline="0" dirty="0">
                <a:ln>
                  <a:noFill/>
                </a:ln>
                <a:solidFill>
                  <a:schemeClr val="tx1">
                    <a:lumMod val="85000"/>
                  </a:schemeClr>
                </a:solidFill>
                <a:effectLst/>
                <a:latin typeface="Gentium Book Basic" panose="02000503060000020004" pitchFamily="2" charset="0"/>
                <a:ea typeface="Calibri" panose="020F0502020204030204" pitchFamily="34" charset="0"/>
                <a:cs typeface="Calibri" panose="020F0502020204030204" pitchFamily="34" charset="0"/>
              </a:rPr>
              <a:t>La différence fondamentale entre SI et TIC</a:t>
            </a:r>
            <a:endParaRPr kumimoji="0" lang="fr-FR" altLang="fr-FR" sz="1600" b="0" i="0" u="none" strike="noStrike" cap="none" normalizeH="0" baseline="0" dirty="0">
              <a:ln>
                <a:noFill/>
              </a:ln>
              <a:solidFill>
                <a:schemeClr val="tx1">
                  <a:lumMod val="85000"/>
                </a:schemeClr>
              </a:solidFill>
              <a:effectLst/>
            </a:endParaRPr>
          </a:p>
          <a:p>
            <a:pPr marL="914400" lvl="1" indent="-514350" defTabSz="914400">
              <a:buClrTx/>
              <a:buSzTx/>
              <a:buFont typeface="+mj-lt"/>
              <a:buAutoNum type="arabicPeriod"/>
            </a:pPr>
            <a:r>
              <a:rPr kumimoji="0" lang="fr-FR" altLang="fr-FR" sz="2600" b="0" i="0" u="sng" strike="noStrike" cap="none" normalizeH="0" baseline="0" dirty="0">
                <a:ln>
                  <a:noFill/>
                </a:ln>
                <a:solidFill>
                  <a:schemeClr val="tx1">
                    <a:lumMod val="85000"/>
                  </a:schemeClr>
                </a:solidFill>
                <a:effectLst/>
                <a:latin typeface="Gentium Book Basic" panose="02000503060000020004" pitchFamily="2" charset="0"/>
                <a:ea typeface="Calibri" panose="020F0502020204030204" pitchFamily="34" charset="0"/>
                <a:cs typeface="Calibri" panose="020F0502020204030204" pitchFamily="34" charset="0"/>
              </a:rPr>
              <a:t>Le système d’information</a:t>
            </a:r>
            <a:endParaRPr lang="fr-FR" altLang="fr-FR" sz="1400" dirty="0">
              <a:solidFill>
                <a:schemeClr val="tx1">
                  <a:lumMod val="85000"/>
                </a:schemeClr>
              </a:solidFill>
            </a:endParaRPr>
          </a:p>
          <a:p>
            <a:pPr marL="914400" lvl="1" indent="-514350" defTabSz="914400">
              <a:buClrTx/>
              <a:buSzTx/>
              <a:buFont typeface="+mj-lt"/>
              <a:buAutoNum type="arabicPeriod"/>
            </a:pPr>
            <a:r>
              <a:rPr kumimoji="0" lang="fr-FR" altLang="fr-FR" sz="2600" b="0" i="0" u="sng" strike="noStrike" cap="none" normalizeH="0" baseline="0" dirty="0">
                <a:ln>
                  <a:noFill/>
                </a:ln>
                <a:solidFill>
                  <a:schemeClr val="tx1">
                    <a:lumMod val="85000"/>
                  </a:schemeClr>
                </a:solidFill>
                <a:effectLst/>
                <a:latin typeface="Gentium Book Basic" panose="02000503060000020004" pitchFamily="2" charset="0"/>
                <a:ea typeface="Calibri" panose="020F0502020204030204" pitchFamily="34" charset="0"/>
                <a:cs typeface="Calibri" panose="020F0502020204030204" pitchFamily="34" charset="0"/>
              </a:rPr>
              <a:t>Les technologies de l’information et de la communication (TIC)</a:t>
            </a:r>
            <a:endParaRPr lang="fr-FR" altLang="fr-FR" sz="1400" dirty="0">
              <a:solidFill>
                <a:schemeClr val="tx1">
                  <a:lumMod val="85000"/>
                </a:schemeClr>
              </a:solidFill>
            </a:endParaRPr>
          </a:p>
          <a:p>
            <a:pPr marL="914400" lvl="1" indent="-514350" defTabSz="914400">
              <a:buClrTx/>
              <a:buSzTx/>
              <a:buFont typeface="+mj-lt"/>
              <a:buAutoNum type="arabicPeriod"/>
            </a:pPr>
            <a:r>
              <a:rPr kumimoji="0" lang="fr-FR" altLang="fr-FR" sz="2600" b="0" i="0" u="sng" strike="noStrike" cap="none" normalizeH="0" baseline="0" dirty="0">
                <a:ln>
                  <a:noFill/>
                </a:ln>
                <a:solidFill>
                  <a:schemeClr val="tx1">
                    <a:lumMod val="85000"/>
                  </a:schemeClr>
                </a:solidFill>
                <a:effectLst/>
                <a:latin typeface="Gentium Book Basic" panose="02000503060000020004" pitchFamily="2" charset="0"/>
                <a:ea typeface="Calibri" panose="020F0502020204030204" pitchFamily="34" charset="0"/>
                <a:cs typeface="Calibri" panose="020F0502020204030204" pitchFamily="34" charset="0"/>
              </a:rPr>
              <a:t>Le SI dans son ensemble</a:t>
            </a:r>
            <a:endParaRPr kumimoji="0" lang="fr-FR" altLang="fr-FR" sz="1400" b="0" i="0" u="none" strike="noStrike" cap="none" normalizeH="0" baseline="0" dirty="0">
              <a:ln>
                <a:noFill/>
              </a:ln>
              <a:solidFill>
                <a:schemeClr val="tx1">
                  <a:lumMod val="85000"/>
                </a:schemeClr>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419100" algn="l"/>
                <a:tab pos="5754688" algn="r"/>
              </a:tabLst>
            </a:pPr>
            <a:r>
              <a:rPr kumimoji="0" lang="fr-FR" altLang="fr-FR" sz="2800" b="0" i="0" u="sng" strike="noStrike" cap="none" normalizeH="0" baseline="0" dirty="0">
                <a:ln>
                  <a:noFill/>
                </a:ln>
                <a:solidFill>
                  <a:schemeClr val="tx1">
                    <a:lumMod val="85000"/>
                  </a:schemeClr>
                </a:solidFill>
                <a:effectLst/>
                <a:latin typeface="Gentium Book Basic" panose="02000503060000020004" pitchFamily="2" charset="0"/>
                <a:ea typeface="Calibri" panose="020F0502020204030204" pitchFamily="34" charset="0"/>
                <a:cs typeface="Calibri" panose="020F0502020204030204" pitchFamily="34" charset="0"/>
              </a:rPr>
              <a:t>II.</a:t>
            </a:r>
            <a:r>
              <a:rPr kumimoji="0" lang="fr-FR" altLang="fr-FR" sz="2800" b="0" i="0" u="none" strike="noStrike" cap="none" normalizeH="0" baseline="0" dirty="0">
                <a:ln>
                  <a:noFill/>
                </a:ln>
                <a:solidFill>
                  <a:schemeClr val="tx1">
                    <a:lumMod val="85000"/>
                  </a:schemeClr>
                </a:solidFill>
                <a:effectLst/>
                <a:latin typeface="Gentium Book Basic" panose="02000503060000020004" pitchFamily="2" charset="0"/>
                <a:ea typeface="Calibri" panose="020F0502020204030204" pitchFamily="34" charset="0"/>
                <a:cs typeface="Calibri" panose="020F0502020204030204" pitchFamily="34" charset="0"/>
              </a:rPr>
              <a:t>	</a:t>
            </a:r>
            <a:r>
              <a:rPr kumimoji="0" lang="fr-FR" altLang="fr-FR" sz="2800" b="0" i="0" u="sng" strike="noStrike" cap="none" normalizeH="0" baseline="0" dirty="0">
                <a:ln>
                  <a:noFill/>
                </a:ln>
                <a:solidFill>
                  <a:schemeClr val="tx1">
                    <a:lumMod val="85000"/>
                  </a:schemeClr>
                </a:solidFill>
                <a:effectLst/>
                <a:latin typeface="Gentium Book Basic" panose="02000503060000020004" pitchFamily="2" charset="0"/>
                <a:ea typeface="Calibri" panose="020F0502020204030204" pitchFamily="34" charset="0"/>
                <a:cs typeface="Calibri" panose="020F0502020204030204" pitchFamily="34" charset="0"/>
              </a:rPr>
              <a:t>La pyramide des DICS</a:t>
            </a:r>
            <a:endParaRPr kumimoji="0" lang="fr-FR" altLang="fr-FR" sz="1600" b="0" i="0" u="none" strike="noStrike" cap="none" normalizeH="0" baseline="0" dirty="0">
              <a:ln>
                <a:noFill/>
              </a:ln>
              <a:solidFill>
                <a:schemeClr val="tx1">
                  <a:lumMod val="85000"/>
                </a:schemeClr>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419100" algn="l"/>
                <a:tab pos="5754688" algn="r"/>
              </a:tabLst>
            </a:pPr>
            <a:r>
              <a:rPr kumimoji="0" lang="fr-FR" altLang="fr-FR" sz="2800" b="0" i="0" u="sng" strike="noStrike" cap="none" normalizeH="0" baseline="0" dirty="0">
                <a:ln>
                  <a:noFill/>
                </a:ln>
                <a:solidFill>
                  <a:schemeClr val="tx1">
                    <a:lumMod val="85000"/>
                  </a:schemeClr>
                </a:solidFill>
                <a:effectLst/>
                <a:latin typeface="Gentium Book Basic" panose="02000503060000020004" pitchFamily="2" charset="0"/>
                <a:ea typeface="Calibri" panose="020F0502020204030204" pitchFamily="34" charset="0"/>
                <a:cs typeface="Calibri" panose="020F0502020204030204" pitchFamily="34" charset="0"/>
              </a:rPr>
              <a:t>III.</a:t>
            </a:r>
            <a:r>
              <a:rPr kumimoji="0" lang="fr-FR" altLang="fr-FR" sz="2800" b="0" i="0" u="none" strike="noStrike" cap="none" normalizeH="0" baseline="0" dirty="0">
                <a:ln>
                  <a:noFill/>
                </a:ln>
                <a:solidFill>
                  <a:schemeClr val="tx1">
                    <a:lumMod val="85000"/>
                  </a:schemeClr>
                </a:solidFill>
                <a:effectLst/>
                <a:latin typeface="Gentium Book Basic" panose="02000503060000020004" pitchFamily="2" charset="0"/>
                <a:ea typeface="Calibri" panose="020F0502020204030204" pitchFamily="34" charset="0"/>
                <a:cs typeface="Calibri" panose="020F0502020204030204" pitchFamily="34" charset="0"/>
              </a:rPr>
              <a:t>	</a:t>
            </a:r>
            <a:r>
              <a:rPr kumimoji="0" lang="fr-FR" altLang="fr-FR" sz="2800" b="0" i="0" u="sng" strike="noStrike" cap="none" normalizeH="0" baseline="0" dirty="0">
                <a:ln>
                  <a:noFill/>
                </a:ln>
                <a:solidFill>
                  <a:schemeClr val="tx1">
                    <a:lumMod val="85000"/>
                  </a:schemeClr>
                </a:solidFill>
                <a:effectLst/>
                <a:latin typeface="Gentium Book Basic" panose="02000503060000020004" pitchFamily="2" charset="0"/>
                <a:ea typeface="Calibri" panose="020F0502020204030204" pitchFamily="34" charset="0"/>
                <a:cs typeface="Calibri" panose="020F0502020204030204" pitchFamily="34" charset="0"/>
              </a:rPr>
              <a:t>Le système</a:t>
            </a:r>
            <a:endParaRPr kumimoji="0" lang="fr-FR" altLang="fr-FR" sz="1600" b="0" i="0" u="none" strike="noStrike" cap="none" normalizeH="0" baseline="0" dirty="0">
              <a:ln>
                <a:noFill/>
              </a:ln>
              <a:solidFill>
                <a:schemeClr val="tx1">
                  <a:lumMod val="85000"/>
                </a:schemeClr>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419100" algn="l"/>
                <a:tab pos="5754688" algn="r"/>
              </a:tabLst>
            </a:pPr>
            <a:r>
              <a:rPr kumimoji="0" lang="fr-FR" altLang="fr-FR" sz="2800" b="0" i="0" u="sng" strike="noStrike" cap="none" normalizeH="0" baseline="0" dirty="0">
                <a:ln>
                  <a:noFill/>
                </a:ln>
                <a:solidFill>
                  <a:schemeClr val="tx1">
                    <a:lumMod val="85000"/>
                  </a:schemeClr>
                </a:solidFill>
                <a:effectLst/>
                <a:latin typeface="Gentium Book Basic" panose="02000503060000020004" pitchFamily="2" charset="0"/>
                <a:ea typeface="Calibri" panose="020F0502020204030204" pitchFamily="34" charset="0"/>
                <a:cs typeface="Calibri" panose="020F0502020204030204" pitchFamily="34" charset="0"/>
              </a:rPr>
              <a:t>IV. Le système d’information (SI)</a:t>
            </a:r>
            <a:endParaRPr kumimoji="0" lang="fr-FR" altLang="fr-FR" sz="1600" b="0" i="0" u="none" strike="noStrike" cap="none" normalizeH="0" baseline="0" dirty="0">
              <a:ln>
                <a:noFill/>
              </a:ln>
              <a:solidFill>
                <a:schemeClr val="tx1">
                  <a:lumMod val="85000"/>
                </a:schemeClr>
              </a:solidFill>
              <a:effectLst/>
            </a:endParaRPr>
          </a:p>
          <a:p>
            <a:pPr marL="571500" marR="0" lvl="0" indent="-571500" algn="l" defTabSz="914400" rtl="0" eaLnBrk="0" fontAlgn="base" latinLnBrk="0" hangingPunct="0">
              <a:lnSpc>
                <a:spcPct val="100000"/>
              </a:lnSpc>
              <a:spcBef>
                <a:spcPct val="0"/>
              </a:spcBef>
              <a:spcAft>
                <a:spcPct val="0"/>
              </a:spcAft>
              <a:buClrTx/>
              <a:buSzTx/>
              <a:buFontTx/>
              <a:buAutoNum type="romanUcPeriod" startAt="5"/>
              <a:tabLst>
                <a:tab pos="419100" algn="l"/>
                <a:tab pos="5754688" algn="r"/>
              </a:tabLst>
            </a:pPr>
            <a:r>
              <a:rPr kumimoji="0" lang="fr-FR" altLang="fr-FR" sz="2800" b="0" i="0" u="sng" strike="noStrike" cap="none" normalizeH="0" baseline="0" dirty="0">
                <a:ln>
                  <a:noFill/>
                </a:ln>
                <a:solidFill>
                  <a:schemeClr val="tx1">
                    <a:lumMod val="85000"/>
                  </a:schemeClr>
                </a:solidFill>
                <a:effectLst/>
                <a:latin typeface="Gentium Book Basic" panose="02000503060000020004" pitchFamily="2" charset="0"/>
                <a:ea typeface="Calibri" panose="020F0502020204030204" pitchFamily="34" charset="0"/>
                <a:cs typeface="Calibri" panose="020F0502020204030204" pitchFamily="34" charset="0"/>
              </a:rPr>
              <a:t>L’innovation</a:t>
            </a:r>
          </a:p>
          <a:p>
            <a:pPr marL="914400" lvl="1" indent="-514350" defTabSz="914400">
              <a:buClrTx/>
              <a:buSzTx/>
              <a:buFont typeface="+mj-lt"/>
              <a:buAutoNum type="arabicPeriod"/>
            </a:pPr>
            <a:r>
              <a:rPr kumimoji="0" lang="fr-FR" altLang="fr-FR" sz="2600" b="0" i="0" u="sng" strike="noStrike" cap="none" normalizeH="0" baseline="0" dirty="0">
                <a:ln>
                  <a:noFill/>
                </a:ln>
                <a:solidFill>
                  <a:schemeClr val="tx1">
                    <a:lumMod val="85000"/>
                  </a:schemeClr>
                </a:solidFill>
                <a:effectLst/>
                <a:latin typeface="Gentium Book Basic" panose="02000503060000020004" pitchFamily="2" charset="0"/>
                <a:ea typeface="Calibri" panose="020F0502020204030204" pitchFamily="34" charset="0"/>
                <a:cs typeface="Calibri" panose="020F0502020204030204" pitchFamily="34" charset="0"/>
              </a:rPr>
              <a:t>Définition</a:t>
            </a:r>
          </a:p>
          <a:p>
            <a:pPr marL="914400" lvl="1" indent="-514350" defTabSz="914400">
              <a:buClrTx/>
              <a:buSzTx/>
              <a:buFont typeface="+mj-lt"/>
              <a:buAutoNum type="arabicPeriod"/>
            </a:pPr>
            <a:r>
              <a:rPr lang="fr-FR" altLang="fr-FR" sz="2800" u="sng" dirty="0">
                <a:solidFill>
                  <a:schemeClr val="tx1">
                    <a:lumMod val="85000"/>
                  </a:schemeClr>
                </a:solidFill>
                <a:latin typeface="Gentium Book Basic" panose="02000503060000020004" pitchFamily="2" charset="0"/>
                <a:ea typeface="Calibri" panose="020F0502020204030204" pitchFamily="34" charset="0"/>
                <a:cs typeface="Calibri" panose="020F0502020204030204" pitchFamily="34" charset="0"/>
              </a:rPr>
              <a:t>Les types d’innovation</a:t>
            </a:r>
            <a:endParaRPr kumimoji="0" lang="fr-FR" altLang="fr-FR" sz="1600" b="0" i="0" u="none" strike="noStrike" cap="none" normalizeH="0" baseline="0" dirty="0">
              <a:ln>
                <a:noFill/>
              </a:ln>
              <a:solidFill>
                <a:schemeClr val="tx1">
                  <a:lumMod val="85000"/>
                </a:schemeClr>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419100" algn="l"/>
                <a:tab pos="5754688" algn="r"/>
              </a:tabLst>
            </a:pPr>
            <a:r>
              <a:rPr kumimoji="0" lang="fr-FR" altLang="fr-FR" sz="2800" b="0" i="0" u="sng" strike="noStrike" cap="none" normalizeH="0" baseline="0" dirty="0">
                <a:ln>
                  <a:noFill/>
                </a:ln>
                <a:solidFill>
                  <a:schemeClr val="tx1">
                    <a:lumMod val="85000"/>
                  </a:schemeClr>
                </a:solidFill>
                <a:effectLst/>
                <a:latin typeface="Gentium Book Basic" panose="02000503060000020004" pitchFamily="2" charset="0"/>
                <a:ea typeface="Calibri" panose="020F0502020204030204" pitchFamily="34" charset="0"/>
                <a:cs typeface="Calibri" panose="020F0502020204030204" pitchFamily="34" charset="0"/>
              </a:rPr>
              <a:t>VI. Les stratégies d’innovation</a:t>
            </a:r>
            <a:endParaRPr kumimoji="0" lang="fr-FR" altLang="fr-FR" sz="1600" b="0" i="0" u="none" strike="noStrike" cap="none" normalizeH="0" baseline="0" dirty="0">
              <a:ln>
                <a:noFill/>
              </a:ln>
              <a:solidFill>
                <a:schemeClr val="tx1">
                  <a:lumMod val="85000"/>
                </a:schemeClr>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419100" algn="l"/>
                <a:tab pos="5754688" algn="r"/>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88009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08DA32-5B8E-D8AF-B2C6-84C1346EAB81}"/>
              </a:ext>
            </a:extLst>
          </p:cNvPr>
          <p:cNvSpPr>
            <a:spLocks noGrp="1"/>
          </p:cNvSpPr>
          <p:nvPr>
            <p:ph type="ctrTitle"/>
          </p:nvPr>
        </p:nvSpPr>
        <p:spPr/>
        <p:txBody>
          <a:bodyPr/>
          <a:lstStyle/>
          <a:p>
            <a:r>
              <a:rPr kumimoji="0" lang="fr-FR" altLang="fr-FR" sz="7200" b="0" i="0" u="sng" strike="noStrike" cap="none" normalizeH="0" baseline="0" dirty="0">
                <a:ln>
                  <a:noFill/>
                </a:ln>
                <a:solidFill>
                  <a:schemeClr val="tx1">
                    <a:lumMod val="85000"/>
                  </a:schemeClr>
                </a:solidFill>
                <a:effectLst/>
                <a:latin typeface="Gentium Book Basic" panose="02000503060000020004" pitchFamily="2" charset="0"/>
                <a:ea typeface="Calibri" panose="020F0502020204030204" pitchFamily="34" charset="0"/>
                <a:cs typeface="Calibri" panose="020F0502020204030204" pitchFamily="34" charset="0"/>
              </a:rPr>
              <a:t>I.</a:t>
            </a:r>
            <a:r>
              <a:rPr kumimoji="0" lang="fr-FR" altLang="fr-FR" sz="7200" b="0" i="0" u="none" strike="noStrike" cap="none" normalizeH="0" baseline="0" dirty="0">
                <a:ln>
                  <a:noFill/>
                </a:ln>
                <a:solidFill>
                  <a:schemeClr val="tx1">
                    <a:lumMod val="85000"/>
                  </a:schemeClr>
                </a:solidFill>
                <a:effectLst/>
                <a:latin typeface="Gentium Book Basic" panose="02000503060000020004" pitchFamily="2" charset="0"/>
                <a:ea typeface="Calibri" panose="020F0502020204030204" pitchFamily="34" charset="0"/>
                <a:cs typeface="Calibri" panose="020F0502020204030204" pitchFamily="34" charset="0"/>
              </a:rPr>
              <a:t>	</a:t>
            </a:r>
            <a:r>
              <a:rPr kumimoji="0" lang="fr-FR" altLang="fr-FR" sz="7200" b="0" i="0" u="sng" strike="noStrike" cap="none" normalizeH="0" baseline="0" dirty="0">
                <a:ln>
                  <a:noFill/>
                </a:ln>
                <a:solidFill>
                  <a:schemeClr val="tx1">
                    <a:lumMod val="85000"/>
                  </a:schemeClr>
                </a:solidFill>
                <a:effectLst/>
                <a:latin typeface="Gentium Book Basic" panose="02000503060000020004" pitchFamily="2" charset="0"/>
                <a:ea typeface="Calibri" panose="020F0502020204030204" pitchFamily="34" charset="0"/>
                <a:cs typeface="Calibri" panose="020F0502020204030204" pitchFamily="34" charset="0"/>
              </a:rPr>
              <a:t>La différence fondamentale entre SI et TIC</a:t>
            </a:r>
            <a:endParaRPr lang="fr-FR" dirty="0"/>
          </a:p>
        </p:txBody>
      </p:sp>
      <p:sp>
        <p:nvSpPr>
          <p:cNvPr id="3" name="Sous-titre 2">
            <a:extLst>
              <a:ext uri="{FF2B5EF4-FFF2-40B4-BE49-F238E27FC236}">
                <a16:creationId xmlns:a16="http://schemas.microsoft.com/office/drawing/2014/main" id="{F7CEFC53-7D94-D25F-1721-7DA43DAD6B01}"/>
              </a:ext>
            </a:extLst>
          </p:cNvPr>
          <p:cNvSpPr>
            <a:spLocks noGrp="1"/>
          </p:cNvSpPr>
          <p:nvPr>
            <p:ph type="subTitle" idx="1"/>
          </p:nvPr>
        </p:nvSpPr>
        <p:spPr/>
        <p:txBody>
          <a:bodyPr/>
          <a:lstStyle/>
          <a:p>
            <a:endParaRPr lang="fr-FR"/>
          </a:p>
        </p:txBody>
      </p:sp>
    </p:spTree>
    <p:extLst>
      <p:ext uri="{BB962C8B-B14F-4D97-AF65-F5344CB8AC3E}">
        <p14:creationId xmlns:p14="http://schemas.microsoft.com/office/powerpoint/2010/main" val="10939053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10CF6D7-2646-0413-395C-1FE270094189}"/>
              </a:ext>
            </a:extLst>
          </p:cNvPr>
          <p:cNvSpPr>
            <a:spLocks noGrp="1"/>
          </p:cNvSpPr>
          <p:nvPr>
            <p:ph type="title"/>
          </p:nvPr>
        </p:nvSpPr>
        <p:spPr>
          <a:xfrm>
            <a:off x="646111" y="452718"/>
            <a:ext cx="9864352" cy="1406904"/>
          </a:xfrm>
        </p:spPr>
        <p:txBody>
          <a:bodyPr/>
          <a:lstStyle/>
          <a:p>
            <a:r>
              <a:rPr kumimoji="0" lang="fr-FR" altLang="fr-FR" sz="4400" b="0" i="0" u="sng" strike="noStrike" cap="none" normalizeH="0" baseline="0" dirty="0">
                <a:ln>
                  <a:noFill/>
                </a:ln>
                <a:solidFill>
                  <a:schemeClr val="tx1">
                    <a:lumMod val="85000"/>
                  </a:schemeClr>
                </a:solidFill>
                <a:effectLst/>
                <a:latin typeface="Gentium Book Basic" panose="02000503060000020004" pitchFamily="2" charset="0"/>
                <a:ea typeface="Calibri" panose="020F0502020204030204" pitchFamily="34" charset="0"/>
                <a:cs typeface="Calibri" panose="020F0502020204030204" pitchFamily="34" charset="0"/>
              </a:rPr>
              <a:t>I.</a:t>
            </a:r>
            <a:r>
              <a:rPr kumimoji="0" lang="fr-FR" altLang="fr-FR" sz="4400" b="0" i="0" u="none" strike="noStrike" cap="none" normalizeH="0" baseline="0" dirty="0">
                <a:ln>
                  <a:noFill/>
                </a:ln>
                <a:solidFill>
                  <a:schemeClr val="tx1">
                    <a:lumMod val="85000"/>
                  </a:schemeClr>
                </a:solidFill>
                <a:effectLst/>
                <a:latin typeface="Gentium Book Basic" panose="02000503060000020004" pitchFamily="2" charset="0"/>
                <a:ea typeface="Calibri" panose="020F0502020204030204" pitchFamily="34" charset="0"/>
                <a:cs typeface="Calibri" panose="020F0502020204030204" pitchFamily="34" charset="0"/>
              </a:rPr>
              <a:t>	</a:t>
            </a:r>
            <a:r>
              <a:rPr kumimoji="0" lang="fr-FR" altLang="fr-FR" sz="4400" b="0" i="0" u="sng" strike="noStrike" cap="none" normalizeH="0" baseline="0" dirty="0">
                <a:ln>
                  <a:noFill/>
                </a:ln>
                <a:solidFill>
                  <a:schemeClr val="tx1">
                    <a:lumMod val="85000"/>
                  </a:schemeClr>
                </a:solidFill>
                <a:effectLst/>
                <a:latin typeface="Gentium Book Basic" panose="02000503060000020004" pitchFamily="2" charset="0"/>
                <a:ea typeface="Calibri" panose="020F0502020204030204" pitchFamily="34" charset="0"/>
                <a:cs typeface="Calibri" panose="020F0502020204030204" pitchFamily="34" charset="0"/>
              </a:rPr>
              <a:t>La différence fondamentale entre SI et TIC</a:t>
            </a:r>
            <a:br>
              <a:rPr lang="fr-FR" altLang="fr-FR" sz="1600" dirty="0">
                <a:solidFill>
                  <a:schemeClr val="tx1">
                    <a:lumMod val="85000"/>
                  </a:schemeClr>
                </a:solidFill>
              </a:rPr>
            </a:br>
            <a:br>
              <a:rPr kumimoji="0" lang="fr-FR" altLang="fr-FR" sz="2800" b="0" i="0" u="none" strike="noStrike" cap="none" normalizeH="0" baseline="0" dirty="0">
                <a:ln>
                  <a:noFill/>
                </a:ln>
                <a:solidFill>
                  <a:schemeClr val="tx1">
                    <a:lumMod val="85000"/>
                  </a:schemeClr>
                </a:solidFill>
                <a:effectLst/>
              </a:rPr>
            </a:br>
            <a:endParaRPr lang="fr-FR" dirty="0"/>
          </a:p>
        </p:txBody>
      </p:sp>
      <p:sp>
        <p:nvSpPr>
          <p:cNvPr id="3" name="Espace réservé du contenu 2">
            <a:extLst>
              <a:ext uri="{FF2B5EF4-FFF2-40B4-BE49-F238E27FC236}">
                <a16:creationId xmlns:a16="http://schemas.microsoft.com/office/drawing/2014/main" id="{56D7C7B5-D23E-C4FD-E934-D8895128E2AE}"/>
              </a:ext>
            </a:extLst>
          </p:cNvPr>
          <p:cNvSpPr>
            <a:spLocks noGrp="1"/>
          </p:cNvSpPr>
          <p:nvPr>
            <p:ph idx="1"/>
          </p:nvPr>
        </p:nvSpPr>
        <p:spPr/>
        <p:txBody>
          <a:bodyPr>
            <a:normAutofit lnSpcReduction="10000"/>
          </a:bodyPr>
          <a:lstStyle/>
          <a:p>
            <a:pPr>
              <a:buFont typeface="+mj-lt"/>
              <a:buAutoNum type="arabicPeriod"/>
            </a:pPr>
            <a:r>
              <a:rPr lang="fr-FR" sz="2400" b="1" u="sng" dirty="0">
                <a:effectLst/>
                <a:latin typeface="Gentium Book Basic" panose="02000503060000020004" pitchFamily="2" charset="0"/>
                <a:ea typeface="Calibri" panose="020F0502020204030204" pitchFamily="34" charset="0"/>
                <a:cs typeface="Calibri" panose="020F0502020204030204" pitchFamily="34" charset="0"/>
              </a:rPr>
              <a:t>Le système d’information</a:t>
            </a:r>
          </a:p>
          <a:p>
            <a:endParaRPr lang="fr-FR" sz="1800" dirty="0">
              <a:latin typeface="Gentium Book Basic" panose="02000503060000020004" pitchFamily="2" charset="0"/>
              <a:ea typeface="Calibri" panose="020F0502020204030204" pitchFamily="34" charset="0"/>
              <a:cs typeface="Calibri" panose="020F0502020204030204" pitchFamily="34" charset="0"/>
            </a:endParaRPr>
          </a:p>
          <a:p>
            <a:r>
              <a:rPr lang="fr-FR" sz="1800" dirty="0">
                <a:latin typeface="Gentium Book Basic" panose="02000503060000020004" pitchFamily="2" charset="0"/>
                <a:ea typeface="Calibri" panose="020F0502020204030204" pitchFamily="34" charset="0"/>
                <a:cs typeface="Calibri" panose="020F0502020204030204" pitchFamily="34" charset="0"/>
              </a:rPr>
              <a:t>Existait bien avant l’apparition de l’informatique</a:t>
            </a:r>
          </a:p>
          <a:p>
            <a:endParaRPr lang="fr-FR" sz="1800" dirty="0">
              <a:latin typeface="Gentium Book Basic" panose="02000503060000020004" pitchFamily="2" charset="0"/>
              <a:ea typeface="Calibri" panose="020F0502020204030204" pitchFamily="34" charset="0"/>
              <a:cs typeface="Calibri" panose="020F0502020204030204" pitchFamily="34" charset="0"/>
            </a:endParaRPr>
          </a:p>
          <a:p>
            <a:r>
              <a:rPr lang="fr-FR" sz="1800" dirty="0">
                <a:latin typeface="Gentium Book Basic" panose="02000503060000020004" pitchFamily="2" charset="0"/>
                <a:ea typeface="Calibri" panose="020F0502020204030204" pitchFamily="34" charset="0"/>
                <a:cs typeface="Calibri" panose="020F0502020204030204" pitchFamily="34" charset="0"/>
              </a:rPr>
              <a:t>Le t</a:t>
            </a:r>
            <a:r>
              <a:rPr lang="fr-FR" sz="1800" dirty="0">
                <a:effectLst/>
                <a:latin typeface="Gentium Book Basic" panose="02000503060000020004" pitchFamily="2" charset="0"/>
                <a:ea typeface="Calibri" panose="020F0502020204030204" pitchFamily="34" charset="0"/>
                <a:cs typeface="Calibri" panose="020F0502020204030204" pitchFamily="34" charset="0"/>
              </a:rPr>
              <a:t>ransfert d’informations jusque dans les années 90 voire 2000 est encore majoritairement « fait à la main » par le biais de supports (disques CD, disquettes…). Les processus n‘étaient pas automatisés comme aujourd’hui…</a:t>
            </a:r>
            <a:endParaRPr lang="fr-FR" sz="1800" b="1" dirty="0">
              <a:latin typeface="Gentium Book Basic" panose="02000503060000020004" pitchFamily="2" charset="0"/>
              <a:ea typeface="Calibri" panose="020F0502020204030204" pitchFamily="34" charset="0"/>
              <a:cs typeface="Calibri" panose="020F0502020204030204" pitchFamily="34" charset="0"/>
            </a:endParaRPr>
          </a:p>
          <a:p>
            <a:endParaRPr lang="fr-FR" sz="1800" b="1" dirty="0">
              <a:effectLst/>
              <a:latin typeface="Gentium Book Basic" panose="02000503060000020004" pitchFamily="2" charset="0"/>
              <a:ea typeface="Calibri" panose="020F0502020204030204" pitchFamily="34" charset="0"/>
              <a:cs typeface="Calibri" panose="020F0502020204030204" pitchFamily="34" charset="0"/>
            </a:endParaRPr>
          </a:p>
          <a:p>
            <a:r>
              <a:rPr lang="fr-FR" sz="1800" b="1" dirty="0">
                <a:effectLst/>
                <a:latin typeface="Gentium Book Basic" panose="02000503060000020004" pitchFamily="2" charset="0"/>
                <a:ea typeface="Calibri" panose="020F0502020204030204" pitchFamily="34" charset="0"/>
                <a:cs typeface="Calibri" panose="020F0502020204030204" pitchFamily="34" charset="0"/>
              </a:rPr>
              <a:t>Système d’information</a:t>
            </a:r>
            <a:r>
              <a:rPr lang="fr-FR" sz="1800" dirty="0">
                <a:effectLst/>
                <a:latin typeface="Gentium Book Basic" panose="02000503060000020004" pitchFamily="2" charset="0"/>
                <a:ea typeface="Calibri" panose="020F0502020204030204" pitchFamily="34" charset="0"/>
                <a:cs typeface="Calibri" panose="020F0502020204030204" pitchFamily="34" charset="0"/>
              </a:rPr>
              <a:t> : ensemble de composantes techniques et organisationnelles interreliées qui recueillent de l’information, la traitent, la stockent et la diffusent afin de supporter les opérations courantes, la prise de décision, la coordination et le contrôle au sein de l’organisation.</a:t>
            </a:r>
          </a:p>
          <a:p>
            <a:endParaRPr lang="fr-FR" altLang="fr-FR" sz="1100" dirty="0">
              <a:solidFill>
                <a:schemeClr val="tx1">
                  <a:lumMod val="85000"/>
                </a:schemeClr>
              </a:solidFill>
            </a:endParaRPr>
          </a:p>
        </p:txBody>
      </p:sp>
    </p:spTree>
    <p:extLst>
      <p:ext uri="{BB962C8B-B14F-4D97-AF65-F5344CB8AC3E}">
        <p14:creationId xmlns:p14="http://schemas.microsoft.com/office/powerpoint/2010/main" val="20788789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4490E28A-77BB-672D-1697-29DCB6784697}"/>
              </a:ext>
            </a:extLst>
          </p:cNvPr>
          <p:cNvSpPr txBox="1"/>
          <p:nvPr/>
        </p:nvSpPr>
        <p:spPr>
          <a:xfrm>
            <a:off x="318499" y="1585558"/>
            <a:ext cx="11260476" cy="4568815"/>
          </a:xfrm>
          <a:prstGeom prst="rect">
            <a:avLst/>
          </a:prstGeom>
          <a:noFill/>
        </p:spPr>
        <p:txBody>
          <a:bodyPr wrap="square">
            <a:spAutoFit/>
          </a:bodyPr>
          <a:lstStyle/>
          <a:p>
            <a:pPr marL="548640" marR="548640" algn="ctr">
              <a:lnSpc>
                <a:spcPct val="107000"/>
              </a:lnSpc>
              <a:spcBef>
                <a:spcPts val="1000"/>
              </a:spcBef>
              <a:spcAft>
                <a:spcPts val="800"/>
              </a:spcAft>
            </a:pPr>
            <a:r>
              <a:rPr lang="fr-FR" sz="2400" i="1" u="sng" dirty="0">
                <a:solidFill>
                  <a:srgbClr val="404040"/>
                </a:solidFill>
                <a:effectLst/>
                <a:latin typeface="Gentium Book Basic" panose="02000503060000020004" pitchFamily="2" charset="0"/>
                <a:ea typeface="Calibri" panose="020F0502020204030204" pitchFamily="34" charset="0"/>
                <a:cs typeface="Calibri" panose="020F0502020204030204" pitchFamily="34" charset="0"/>
                <a:hlinkClick r:id="rId2"/>
              </a:rPr>
              <a:t>Exemple : La loi informatique et liberté de 1978</a:t>
            </a:r>
            <a:endParaRPr lang="fr-FR" sz="2000" i="1" dirty="0">
              <a:solidFill>
                <a:srgbClr val="404040"/>
              </a:solidFill>
              <a:effectLst/>
              <a:latin typeface="Gentium Book Basic" panose="02000503060000020004" pitchFamily="2" charset="0"/>
              <a:ea typeface="Calibri" panose="020F0502020204030204" pitchFamily="34" charset="0"/>
              <a:cs typeface="Calibri" panose="020F0502020204030204" pitchFamily="34" charset="0"/>
            </a:endParaRPr>
          </a:p>
          <a:p>
            <a:pPr marL="548640" marR="548640" algn="ctr">
              <a:lnSpc>
                <a:spcPct val="107000"/>
              </a:lnSpc>
              <a:spcBef>
                <a:spcPts val="1000"/>
              </a:spcBef>
              <a:spcAft>
                <a:spcPts val="800"/>
              </a:spcAft>
            </a:pPr>
            <a:r>
              <a:rPr lang="fr-FR" sz="2000" b="1" i="1" dirty="0">
                <a:solidFill>
                  <a:schemeClr val="tx1">
                    <a:lumMod val="85000"/>
                  </a:schemeClr>
                </a:solidFill>
                <a:effectLst/>
                <a:latin typeface="Gentium Book Basic" panose="02000503060000020004" pitchFamily="2" charset="0"/>
                <a:ea typeface="Calibri" panose="020F0502020204030204" pitchFamily="34" charset="0"/>
                <a:cs typeface="Calibri" panose="020F0502020204030204" pitchFamily="34" charset="0"/>
              </a:rPr>
              <a:t>Article 2</a:t>
            </a:r>
            <a:endParaRPr lang="fr-FR" sz="2000" i="1" dirty="0">
              <a:solidFill>
                <a:schemeClr val="tx1">
                  <a:lumMod val="85000"/>
                </a:schemeClr>
              </a:solidFill>
              <a:effectLst/>
              <a:latin typeface="Gentium Book Basic" panose="02000503060000020004" pitchFamily="2" charset="0"/>
              <a:ea typeface="Calibri" panose="020F0502020204030204" pitchFamily="34" charset="0"/>
              <a:cs typeface="Calibri" panose="020F0502020204030204" pitchFamily="34" charset="0"/>
            </a:endParaRPr>
          </a:p>
          <a:p>
            <a:pPr marL="548640" marR="548640" algn="ctr">
              <a:lnSpc>
                <a:spcPct val="107000"/>
              </a:lnSpc>
              <a:spcBef>
                <a:spcPts val="1000"/>
              </a:spcBef>
              <a:spcAft>
                <a:spcPts val="800"/>
              </a:spcAft>
            </a:pPr>
            <a:r>
              <a:rPr lang="fr-FR" sz="2000" i="1" dirty="0">
                <a:solidFill>
                  <a:schemeClr val="tx1">
                    <a:lumMod val="85000"/>
                  </a:schemeClr>
                </a:solidFill>
                <a:effectLst/>
                <a:latin typeface="Gentium Book Basic" panose="02000503060000020004" pitchFamily="2" charset="0"/>
                <a:ea typeface="Calibri" panose="020F0502020204030204" pitchFamily="34" charset="0"/>
                <a:cs typeface="Calibri" panose="020F0502020204030204" pitchFamily="34" charset="0"/>
              </a:rPr>
              <a:t>La présente loi s'applique aux traitements automatisés en tout ou partie de données à caractère personnel, ainsi qu'aux traitements non automatisés de données à caractère personnel contenues ou appelées à figurer dans des fichiers, lorsque leur responsable remplit les conditions prévues à l'article 3 de la présente loi, à l'exception des traitements mis en œuvre par des personnes physiques pour l'exercice d'activités strictement personnelles ou domestiques.</a:t>
            </a:r>
          </a:p>
          <a:p>
            <a:pPr marL="548640" marR="548640" algn="ctr">
              <a:lnSpc>
                <a:spcPct val="107000"/>
              </a:lnSpc>
              <a:spcBef>
                <a:spcPts val="1000"/>
              </a:spcBef>
              <a:spcAft>
                <a:spcPts val="800"/>
              </a:spcAft>
            </a:pPr>
            <a:r>
              <a:rPr lang="fr-FR" sz="2000" i="1" dirty="0">
                <a:solidFill>
                  <a:schemeClr val="tx1">
                    <a:lumMod val="85000"/>
                  </a:schemeClr>
                </a:solidFill>
                <a:effectLst/>
                <a:latin typeface="Gentium Book Basic" panose="02000503060000020004" pitchFamily="2" charset="0"/>
                <a:ea typeface="Calibri" panose="020F0502020204030204" pitchFamily="34" charset="0"/>
                <a:cs typeface="Calibri" panose="020F0502020204030204" pitchFamily="34" charset="0"/>
              </a:rPr>
              <a:t>Constitue un fichier de données à caractère personnel tout ensemble structuré de données à caractère personnel accessibles selon des critères déterminés, que cet ensemble soit centralisé, décentralisé ou réparti de manière fonctionnelle ou géographique.</a:t>
            </a:r>
          </a:p>
          <a:p>
            <a:pPr algn="just">
              <a:lnSpc>
                <a:spcPct val="107000"/>
              </a:lnSpc>
              <a:spcAft>
                <a:spcPts val="800"/>
              </a:spcAft>
            </a:pPr>
            <a:r>
              <a:rPr lang="fr-FR" sz="2000" dirty="0">
                <a:effectLst/>
                <a:latin typeface="Gentium Book Basic" panose="02000503060000020004" pitchFamily="2" charset="0"/>
                <a:ea typeface="Calibri" panose="020F0502020204030204" pitchFamily="34" charset="0"/>
                <a:cs typeface="Calibri" panose="020F0502020204030204" pitchFamily="34" charset="0"/>
              </a:rPr>
              <a:t> </a:t>
            </a:r>
          </a:p>
        </p:txBody>
      </p:sp>
    </p:spTree>
    <p:extLst>
      <p:ext uri="{BB962C8B-B14F-4D97-AF65-F5344CB8AC3E}">
        <p14:creationId xmlns:p14="http://schemas.microsoft.com/office/powerpoint/2010/main" val="41840967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0CC47-2CBD-0813-8A3A-EA9A39564C3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6B4EB01-F9B4-6E6C-6B88-010288E2B0B6}"/>
              </a:ext>
            </a:extLst>
          </p:cNvPr>
          <p:cNvSpPr>
            <a:spLocks noGrp="1"/>
          </p:cNvSpPr>
          <p:nvPr>
            <p:ph type="title"/>
          </p:nvPr>
        </p:nvSpPr>
        <p:spPr>
          <a:xfrm>
            <a:off x="646111" y="452718"/>
            <a:ext cx="9864352" cy="1406904"/>
          </a:xfrm>
        </p:spPr>
        <p:txBody>
          <a:bodyPr/>
          <a:lstStyle/>
          <a:p>
            <a:r>
              <a:rPr kumimoji="0" lang="fr-FR" altLang="fr-FR" sz="4400" b="0" i="0" u="sng" strike="noStrike" cap="none" normalizeH="0" baseline="0" dirty="0">
                <a:ln>
                  <a:noFill/>
                </a:ln>
                <a:solidFill>
                  <a:schemeClr val="tx1">
                    <a:lumMod val="85000"/>
                  </a:schemeClr>
                </a:solidFill>
                <a:effectLst/>
                <a:latin typeface="Gentium Book Basic" panose="02000503060000020004" pitchFamily="2" charset="0"/>
                <a:ea typeface="Calibri" panose="020F0502020204030204" pitchFamily="34" charset="0"/>
                <a:cs typeface="Calibri" panose="020F0502020204030204" pitchFamily="34" charset="0"/>
              </a:rPr>
              <a:t>I.</a:t>
            </a:r>
            <a:r>
              <a:rPr kumimoji="0" lang="fr-FR" altLang="fr-FR" sz="4400" b="0" i="0" u="none" strike="noStrike" cap="none" normalizeH="0" baseline="0" dirty="0">
                <a:ln>
                  <a:noFill/>
                </a:ln>
                <a:solidFill>
                  <a:schemeClr val="tx1">
                    <a:lumMod val="85000"/>
                  </a:schemeClr>
                </a:solidFill>
                <a:effectLst/>
                <a:latin typeface="Gentium Book Basic" panose="02000503060000020004" pitchFamily="2" charset="0"/>
                <a:ea typeface="Calibri" panose="020F0502020204030204" pitchFamily="34" charset="0"/>
                <a:cs typeface="Calibri" panose="020F0502020204030204" pitchFamily="34" charset="0"/>
              </a:rPr>
              <a:t>	</a:t>
            </a:r>
            <a:r>
              <a:rPr kumimoji="0" lang="fr-FR" altLang="fr-FR" sz="4400" b="0" i="0" u="sng" strike="noStrike" cap="none" normalizeH="0" baseline="0" dirty="0">
                <a:ln>
                  <a:noFill/>
                </a:ln>
                <a:solidFill>
                  <a:schemeClr val="tx1">
                    <a:lumMod val="85000"/>
                  </a:schemeClr>
                </a:solidFill>
                <a:effectLst/>
                <a:latin typeface="Gentium Book Basic" panose="02000503060000020004" pitchFamily="2" charset="0"/>
                <a:ea typeface="Calibri" panose="020F0502020204030204" pitchFamily="34" charset="0"/>
                <a:cs typeface="Calibri" panose="020F0502020204030204" pitchFamily="34" charset="0"/>
              </a:rPr>
              <a:t>La différence fondamentale entre SI et TIC</a:t>
            </a:r>
            <a:br>
              <a:rPr lang="fr-FR" altLang="fr-FR" sz="1600" dirty="0">
                <a:solidFill>
                  <a:schemeClr val="tx1">
                    <a:lumMod val="85000"/>
                  </a:schemeClr>
                </a:solidFill>
              </a:rPr>
            </a:br>
            <a:br>
              <a:rPr kumimoji="0" lang="fr-FR" altLang="fr-FR" sz="2800" b="0" i="0" u="none" strike="noStrike" cap="none" normalizeH="0" baseline="0" dirty="0">
                <a:ln>
                  <a:noFill/>
                </a:ln>
                <a:solidFill>
                  <a:schemeClr val="tx1">
                    <a:lumMod val="85000"/>
                  </a:schemeClr>
                </a:solidFill>
                <a:effectLst/>
              </a:rPr>
            </a:br>
            <a:endParaRPr lang="fr-FR" dirty="0"/>
          </a:p>
        </p:txBody>
      </p:sp>
      <p:sp>
        <p:nvSpPr>
          <p:cNvPr id="3" name="Espace réservé du contenu 2">
            <a:extLst>
              <a:ext uri="{FF2B5EF4-FFF2-40B4-BE49-F238E27FC236}">
                <a16:creationId xmlns:a16="http://schemas.microsoft.com/office/drawing/2014/main" id="{9C6A73AB-BC3B-55EF-BAD3-0AF0FD498115}"/>
              </a:ext>
            </a:extLst>
          </p:cNvPr>
          <p:cNvSpPr>
            <a:spLocks noGrp="1"/>
          </p:cNvSpPr>
          <p:nvPr>
            <p:ph idx="1"/>
          </p:nvPr>
        </p:nvSpPr>
        <p:spPr/>
        <p:txBody>
          <a:bodyPr>
            <a:normAutofit lnSpcReduction="10000"/>
          </a:bodyPr>
          <a:lstStyle/>
          <a:p>
            <a:pPr marL="457200" indent="-457200">
              <a:buFont typeface="+mj-lt"/>
              <a:buAutoNum type="arabicPeriod" startAt="2"/>
            </a:pPr>
            <a:r>
              <a:rPr lang="fr-FR" sz="2400" b="1" u="sng" dirty="0">
                <a:effectLst/>
                <a:latin typeface="Gentium Book Basic" panose="02000503060000020004" pitchFamily="2" charset="0"/>
                <a:ea typeface="Calibri" panose="020F0502020204030204" pitchFamily="34" charset="0"/>
                <a:cs typeface="Calibri" panose="020F0502020204030204" pitchFamily="34" charset="0"/>
              </a:rPr>
              <a:t>Les technologies de l’information et de la communication (TIC)</a:t>
            </a:r>
            <a:endParaRPr lang="fr-FR" sz="1800" dirty="0">
              <a:latin typeface="Gentium Book Basic" panose="02000503060000020004" pitchFamily="2" charset="0"/>
              <a:ea typeface="Calibri" panose="020F0502020204030204" pitchFamily="34" charset="0"/>
              <a:cs typeface="Calibri" panose="020F0502020204030204" pitchFamily="34" charset="0"/>
            </a:endParaRPr>
          </a:p>
          <a:p>
            <a:pPr marL="0" indent="0">
              <a:buNone/>
            </a:pPr>
            <a:endParaRPr lang="fr-FR" sz="1800" dirty="0">
              <a:latin typeface="Gentium Book Basic" panose="02000503060000020004" pitchFamily="2" charset="0"/>
              <a:ea typeface="Calibri" panose="020F0502020204030204" pitchFamily="34" charset="0"/>
              <a:cs typeface="Calibri" panose="020F0502020204030204" pitchFamily="34" charset="0"/>
            </a:endParaRPr>
          </a:p>
          <a:p>
            <a:r>
              <a:rPr lang="fr-FR" sz="1800" dirty="0">
                <a:effectLst/>
                <a:latin typeface="Gentium Book Basic" panose="02000503060000020004" pitchFamily="2" charset="0"/>
                <a:ea typeface="Calibri" panose="020F0502020204030204" pitchFamily="34" charset="0"/>
                <a:cs typeface="Calibri" panose="020F0502020204030204" pitchFamily="34" charset="0"/>
              </a:rPr>
              <a:t>Dans les 90 et 2000, les SI des entreprises sont connectés dans l’enceinte privée des organisations mais aussi interconnectés en utilisant des réseaux extérieurs (dont internet). </a:t>
            </a:r>
            <a:r>
              <a:rPr lang="fr-FR" sz="1800" u="sng" dirty="0">
                <a:effectLst/>
                <a:latin typeface="Gentium Book Basic" panose="02000503060000020004" pitchFamily="2" charset="0"/>
                <a:ea typeface="Calibri" panose="020F0502020204030204" pitchFamily="34" charset="0"/>
                <a:cs typeface="Calibri" panose="020F0502020204030204" pitchFamily="34" charset="0"/>
              </a:rPr>
              <a:t>On commence à connecter les ordinateurs entre eux.</a:t>
            </a:r>
          </a:p>
          <a:p>
            <a:endParaRPr lang="fr-FR" sz="1800" u="sng" dirty="0">
              <a:latin typeface="Gentium Book Basic" panose="02000503060000020004" pitchFamily="2" charset="0"/>
              <a:ea typeface="Calibri" panose="020F0502020204030204" pitchFamily="34" charset="0"/>
              <a:cs typeface="Calibri" panose="020F0502020204030204" pitchFamily="34" charset="0"/>
            </a:endParaRPr>
          </a:p>
          <a:p>
            <a:r>
              <a:rPr lang="fr-FR" sz="1800" b="1" dirty="0">
                <a:effectLst/>
                <a:latin typeface="Gentium Book Basic" panose="02000503060000020004" pitchFamily="2" charset="0"/>
                <a:ea typeface="Calibri" panose="020F0502020204030204" pitchFamily="34" charset="0"/>
                <a:cs typeface="Calibri" panose="020F0502020204030204" pitchFamily="34" charset="0"/>
              </a:rPr>
              <a:t>Technologie de l’information et de la communication (TIC) </a:t>
            </a:r>
            <a:r>
              <a:rPr lang="fr-FR" sz="1800" dirty="0">
                <a:effectLst/>
                <a:latin typeface="Gentium Book Basic" panose="02000503060000020004" pitchFamily="2" charset="0"/>
                <a:ea typeface="Calibri" panose="020F0502020204030204" pitchFamily="34" charset="0"/>
                <a:cs typeface="Calibri" panose="020F0502020204030204" pitchFamily="34" charset="0"/>
              </a:rPr>
              <a:t>: comprend le système et l’infrastructure technique qui permet de stocker et de transmettre les données des SI. </a:t>
            </a:r>
          </a:p>
          <a:p>
            <a:pPr marL="0" indent="0">
              <a:buNone/>
            </a:pPr>
            <a:endParaRPr lang="fr-FR" sz="1800" dirty="0">
              <a:latin typeface="Gentium Book Basic" panose="02000503060000020004" pitchFamily="2" charset="0"/>
              <a:ea typeface="Calibri" panose="020F0502020204030204" pitchFamily="34" charset="0"/>
              <a:cs typeface="Calibri" panose="020F0502020204030204" pitchFamily="34" charset="0"/>
            </a:endParaRPr>
          </a:p>
          <a:p>
            <a:pPr marL="0" indent="0">
              <a:buNone/>
            </a:pPr>
            <a:r>
              <a:rPr lang="fr-FR" sz="1800" dirty="0">
                <a:latin typeface="Gentium Book Basic" panose="02000503060000020004" pitchFamily="2" charset="0"/>
                <a:ea typeface="Calibri" panose="020F0502020204030204" pitchFamily="34" charset="0"/>
                <a:cs typeface="Calibri" panose="020F0502020204030204" pitchFamily="34" charset="0"/>
              </a:rPr>
              <a:t>Ne pas confondre TIC et SI !</a:t>
            </a:r>
          </a:p>
        </p:txBody>
      </p:sp>
    </p:spTree>
    <p:extLst>
      <p:ext uri="{BB962C8B-B14F-4D97-AF65-F5344CB8AC3E}">
        <p14:creationId xmlns:p14="http://schemas.microsoft.com/office/powerpoint/2010/main" val="20069577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E170A8-3C68-79A0-FEA6-1387123F252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89E6A2F-36B2-42DC-2D30-F64FC1B0369E}"/>
              </a:ext>
            </a:extLst>
          </p:cNvPr>
          <p:cNvSpPr>
            <a:spLocks noGrp="1"/>
          </p:cNvSpPr>
          <p:nvPr>
            <p:ph type="title"/>
          </p:nvPr>
        </p:nvSpPr>
        <p:spPr>
          <a:xfrm>
            <a:off x="646111" y="452718"/>
            <a:ext cx="9864352" cy="1406904"/>
          </a:xfrm>
        </p:spPr>
        <p:txBody>
          <a:bodyPr/>
          <a:lstStyle/>
          <a:p>
            <a:r>
              <a:rPr kumimoji="0" lang="fr-FR" altLang="fr-FR" sz="4400" b="0" i="0" u="sng" strike="noStrike" cap="none" normalizeH="0" baseline="0" dirty="0">
                <a:ln>
                  <a:noFill/>
                </a:ln>
                <a:solidFill>
                  <a:schemeClr val="tx1">
                    <a:lumMod val="85000"/>
                  </a:schemeClr>
                </a:solidFill>
                <a:effectLst/>
                <a:latin typeface="Gentium Book Basic" panose="02000503060000020004" pitchFamily="2" charset="0"/>
                <a:ea typeface="Calibri" panose="020F0502020204030204" pitchFamily="34" charset="0"/>
                <a:cs typeface="Calibri" panose="020F0502020204030204" pitchFamily="34" charset="0"/>
              </a:rPr>
              <a:t>I.</a:t>
            </a:r>
            <a:r>
              <a:rPr kumimoji="0" lang="fr-FR" altLang="fr-FR" sz="4400" b="0" i="0" u="none" strike="noStrike" cap="none" normalizeH="0" baseline="0" dirty="0">
                <a:ln>
                  <a:noFill/>
                </a:ln>
                <a:solidFill>
                  <a:schemeClr val="tx1">
                    <a:lumMod val="85000"/>
                  </a:schemeClr>
                </a:solidFill>
                <a:effectLst/>
                <a:latin typeface="Gentium Book Basic" panose="02000503060000020004" pitchFamily="2" charset="0"/>
                <a:ea typeface="Calibri" panose="020F0502020204030204" pitchFamily="34" charset="0"/>
                <a:cs typeface="Calibri" panose="020F0502020204030204" pitchFamily="34" charset="0"/>
              </a:rPr>
              <a:t>	</a:t>
            </a:r>
            <a:r>
              <a:rPr kumimoji="0" lang="fr-FR" altLang="fr-FR" sz="4400" b="0" i="0" u="sng" strike="noStrike" cap="none" normalizeH="0" baseline="0" dirty="0">
                <a:ln>
                  <a:noFill/>
                </a:ln>
                <a:solidFill>
                  <a:schemeClr val="tx1">
                    <a:lumMod val="85000"/>
                  </a:schemeClr>
                </a:solidFill>
                <a:effectLst/>
                <a:latin typeface="Gentium Book Basic" panose="02000503060000020004" pitchFamily="2" charset="0"/>
                <a:ea typeface="Calibri" panose="020F0502020204030204" pitchFamily="34" charset="0"/>
                <a:cs typeface="Calibri" panose="020F0502020204030204" pitchFamily="34" charset="0"/>
              </a:rPr>
              <a:t>La différence fondamentale entre SI et TIC</a:t>
            </a:r>
            <a:br>
              <a:rPr lang="fr-FR" altLang="fr-FR" sz="1600" dirty="0">
                <a:solidFill>
                  <a:schemeClr val="tx1">
                    <a:lumMod val="85000"/>
                  </a:schemeClr>
                </a:solidFill>
              </a:rPr>
            </a:br>
            <a:br>
              <a:rPr kumimoji="0" lang="fr-FR" altLang="fr-FR" sz="2800" b="0" i="0" u="none" strike="noStrike" cap="none" normalizeH="0" baseline="0" dirty="0">
                <a:ln>
                  <a:noFill/>
                </a:ln>
                <a:solidFill>
                  <a:schemeClr val="tx1">
                    <a:lumMod val="85000"/>
                  </a:schemeClr>
                </a:solidFill>
                <a:effectLst/>
              </a:rPr>
            </a:br>
            <a:endParaRPr lang="fr-FR" dirty="0"/>
          </a:p>
        </p:txBody>
      </p:sp>
      <p:sp>
        <p:nvSpPr>
          <p:cNvPr id="3" name="Espace réservé du contenu 2">
            <a:extLst>
              <a:ext uri="{FF2B5EF4-FFF2-40B4-BE49-F238E27FC236}">
                <a16:creationId xmlns:a16="http://schemas.microsoft.com/office/drawing/2014/main" id="{5D787946-7F71-99ED-674B-7B91A1D18B9D}"/>
              </a:ext>
            </a:extLst>
          </p:cNvPr>
          <p:cNvSpPr>
            <a:spLocks noGrp="1"/>
          </p:cNvSpPr>
          <p:nvPr>
            <p:ph idx="1"/>
          </p:nvPr>
        </p:nvSpPr>
        <p:spPr>
          <a:xfrm>
            <a:off x="1103312" y="2052918"/>
            <a:ext cx="8946541" cy="3125257"/>
          </a:xfrm>
        </p:spPr>
        <p:txBody>
          <a:bodyPr>
            <a:normAutofit/>
          </a:bodyPr>
          <a:lstStyle/>
          <a:p>
            <a:pPr marL="457200" indent="-457200">
              <a:buFont typeface="+mj-lt"/>
              <a:buAutoNum type="arabicPeriod" startAt="2"/>
            </a:pPr>
            <a:r>
              <a:rPr lang="fr-FR" sz="2400" b="1" u="sng" dirty="0">
                <a:effectLst/>
                <a:latin typeface="Gentium Book Basic" panose="02000503060000020004" pitchFamily="2" charset="0"/>
                <a:ea typeface="Calibri" panose="020F0502020204030204" pitchFamily="34" charset="0"/>
                <a:cs typeface="Calibri" panose="020F0502020204030204" pitchFamily="34" charset="0"/>
              </a:rPr>
              <a:t>Les technologies de l’information et de la communication (TIC)</a:t>
            </a:r>
            <a:endParaRPr lang="fr-FR" sz="1800" dirty="0">
              <a:latin typeface="Gentium Book Basic" panose="02000503060000020004" pitchFamily="2" charset="0"/>
              <a:ea typeface="Calibri" panose="020F0502020204030204" pitchFamily="34" charset="0"/>
              <a:cs typeface="Calibri" panose="020F0502020204030204" pitchFamily="34" charset="0"/>
            </a:endParaRPr>
          </a:p>
          <a:p>
            <a:pPr marL="0" indent="0">
              <a:buNone/>
            </a:pPr>
            <a:endParaRPr lang="fr-FR" sz="1800" dirty="0">
              <a:latin typeface="Gentium Book Basic" panose="02000503060000020004" pitchFamily="2" charset="0"/>
              <a:ea typeface="Calibri" panose="020F0502020204030204" pitchFamily="34" charset="0"/>
              <a:cs typeface="Calibri" panose="020F0502020204030204" pitchFamily="34" charset="0"/>
            </a:endParaRPr>
          </a:p>
          <a:p>
            <a:pPr marL="0" indent="0">
              <a:buNone/>
            </a:pPr>
            <a:r>
              <a:rPr lang="fr-FR" sz="1800" dirty="0">
                <a:effectLst/>
                <a:latin typeface="Gentium Book Basic" panose="02000503060000020004" pitchFamily="2" charset="0"/>
                <a:ea typeface="Calibri" panose="020F0502020204030204" pitchFamily="34" charset="0"/>
                <a:cs typeface="Calibri" panose="020F0502020204030204" pitchFamily="34" charset="0"/>
              </a:rPr>
              <a:t>On peut voir les TIC de deux façons complémentaires :</a:t>
            </a:r>
          </a:p>
          <a:p>
            <a:pPr lvl="2"/>
            <a:r>
              <a:rPr lang="fr-FR" sz="1800" b="1" dirty="0">
                <a:effectLst/>
                <a:latin typeface="Gentium Book Basic" panose="02000503060000020004" pitchFamily="2" charset="0"/>
                <a:ea typeface="Calibri" panose="020F0502020204030204" pitchFamily="34" charset="0"/>
                <a:cs typeface="Calibri" panose="020F0502020204030204" pitchFamily="34" charset="0"/>
              </a:rPr>
              <a:t>En tant que technologie</a:t>
            </a:r>
            <a:r>
              <a:rPr lang="fr-FR" sz="1800" dirty="0">
                <a:effectLst/>
                <a:latin typeface="Gentium Book Basic" panose="02000503060000020004" pitchFamily="2" charset="0"/>
                <a:ea typeface="Calibri" panose="020F0502020204030204" pitchFamily="34" charset="0"/>
                <a:cs typeface="Calibri" panose="020F0502020204030204" pitchFamily="34" charset="0"/>
              </a:rPr>
              <a:t> </a:t>
            </a:r>
          </a:p>
          <a:p>
            <a:pPr lvl="2"/>
            <a:r>
              <a:rPr lang="fr-FR" sz="1800" b="1" dirty="0">
                <a:effectLst/>
                <a:latin typeface="Gentium Book Basic" panose="02000503060000020004" pitchFamily="2" charset="0"/>
                <a:ea typeface="Calibri" panose="020F0502020204030204" pitchFamily="34" charset="0"/>
                <a:cs typeface="Calibri" panose="020F0502020204030204" pitchFamily="34" charset="0"/>
              </a:rPr>
              <a:t>En tant qu’ensemble de potentiels services </a:t>
            </a:r>
          </a:p>
          <a:p>
            <a:pPr lvl="2"/>
            <a:endParaRPr lang="fr-FR" sz="1800" b="1" dirty="0">
              <a:latin typeface="Gentium Book Basic" panose="02000503060000020004" pitchFamily="2" charset="0"/>
              <a:ea typeface="Calibri" panose="020F0502020204030204" pitchFamily="34" charset="0"/>
              <a:cs typeface="Calibri" panose="020F0502020204030204" pitchFamily="34" charset="0"/>
            </a:endParaRPr>
          </a:p>
          <a:p>
            <a:pPr marL="914400" lvl="2" indent="0">
              <a:buNone/>
            </a:pPr>
            <a:endParaRPr lang="fr-FR" sz="1400" b="1" dirty="0">
              <a:latin typeface="Gentium Book Basic" panose="02000503060000020004" pitchFamily="2" charset="0"/>
              <a:ea typeface="Calibri" panose="020F0502020204030204" pitchFamily="34" charset="0"/>
              <a:cs typeface="Calibri" panose="020F0502020204030204" pitchFamily="34" charset="0"/>
            </a:endParaRPr>
          </a:p>
          <a:p>
            <a:pPr marL="914400" lvl="2" indent="0">
              <a:buNone/>
            </a:pPr>
            <a:endParaRPr lang="fr-FR" sz="1400" b="1" dirty="0">
              <a:latin typeface="Gentium Book Basic" panose="02000503060000020004" pitchFamily="2" charset="0"/>
              <a:ea typeface="Calibri" panose="020F0502020204030204" pitchFamily="34" charset="0"/>
              <a:cs typeface="Calibri" panose="020F0502020204030204" pitchFamily="34" charset="0"/>
            </a:endParaRPr>
          </a:p>
        </p:txBody>
      </p:sp>
      <p:sp>
        <p:nvSpPr>
          <p:cNvPr id="4" name="ZoneTexte 3">
            <a:extLst>
              <a:ext uri="{FF2B5EF4-FFF2-40B4-BE49-F238E27FC236}">
                <a16:creationId xmlns:a16="http://schemas.microsoft.com/office/drawing/2014/main" id="{D4E48531-64B0-06F8-25AA-113968F83CED}"/>
              </a:ext>
            </a:extLst>
          </p:cNvPr>
          <p:cNvSpPr txBox="1"/>
          <p:nvPr/>
        </p:nvSpPr>
        <p:spPr>
          <a:xfrm>
            <a:off x="1103312" y="5178175"/>
            <a:ext cx="2862513" cy="646331"/>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r>
              <a:rPr lang="fr-FR" sz="1800" b="1" dirty="0">
                <a:latin typeface="Gentium Book Basic" panose="02000503060000020004" pitchFamily="2" charset="0"/>
                <a:ea typeface="Calibri" panose="020F0502020204030204" pitchFamily="34" charset="0"/>
                <a:cs typeface="Calibri" panose="020F0502020204030204" pitchFamily="34" charset="0"/>
              </a:rPr>
              <a:t>Exercice 1</a:t>
            </a:r>
            <a:endParaRPr lang="fr-FR" sz="2400" b="1" dirty="0">
              <a:latin typeface="Gentium Book Basic" panose="02000503060000020004" pitchFamily="2" charset="0"/>
              <a:ea typeface="Calibri" panose="020F0502020204030204" pitchFamily="34" charset="0"/>
              <a:cs typeface="Calibri" panose="020F0502020204030204" pitchFamily="34" charset="0"/>
            </a:endParaRPr>
          </a:p>
          <a:p>
            <a:endParaRPr lang="fr-FR" dirty="0"/>
          </a:p>
        </p:txBody>
      </p:sp>
    </p:spTree>
    <p:extLst>
      <p:ext uri="{BB962C8B-B14F-4D97-AF65-F5344CB8AC3E}">
        <p14:creationId xmlns:p14="http://schemas.microsoft.com/office/powerpoint/2010/main" val="23537667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DCD823-264E-F611-0AED-59CA6514CED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B4DDFFE-396F-80D5-EFBE-F7DA9E9B61BC}"/>
              </a:ext>
            </a:extLst>
          </p:cNvPr>
          <p:cNvSpPr>
            <a:spLocks noGrp="1"/>
          </p:cNvSpPr>
          <p:nvPr>
            <p:ph type="title"/>
          </p:nvPr>
        </p:nvSpPr>
        <p:spPr>
          <a:xfrm>
            <a:off x="646111" y="452718"/>
            <a:ext cx="9864352" cy="1406904"/>
          </a:xfrm>
        </p:spPr>
        <p:txBody>
          <a:bodyPr/>
          <a:lstStyle/>
          <a:p>
            <a:r>
              <a:rPr kumimoji="0" lang="fr-FR" altLang="fr-FR" sz="4400" b="0" i="0" u="sng" strike="noStrike" cap="none" normalizeH="0" baseline="0" dirty="0">
                <a:ln>
                  <a:noFill/>
                </a:ln>
                <a:solidFill>
                  <a:schemeClr val="tx1">
                    <a:lumMod val="85000"/>
                  </a:schemeClr>
                </a:solidFill>
                <a:effectLst/>
                <a:latin typeface="Gentium Book Basic" panose="02000503060000020004" pitchFamily="2" charset="0"/>
                <a:ea typeface="Calibri" panose="020F0502020204030204" pitchFamily="34" charset="0"/>
                <a:cs typeface="Calibri" panose="020F0502020204030204" pitchFamily="34" charset="0"/>
              </a:rPr>
              <a:t>I.</a:t>
            </a:r>
            <a:r>
              <a:rPr kumimoji="0" lang="fr-FR" altLang="fr-FR" sz="4400" b="0" i="0" u="none" strike="noStrike" cap="none" normalizeH="0" baseline="0" dirty="0">
                <a:ln>
                  <a:noFill/>
                </a:ln>
                <a:solidFill>
                  <a:schemeClr val="tx1">
                    <a:lumMod val="85000"/>
                  </a:schemeClr>
                </a:solidFill>
                <a:effectLst/>
                <a:latin typeface="Gentium Book Basic" panose="02000503060000020004" pitchFamily="2" charset="0"/>
                <a:ea typeface="Calibri" panose="020F0502020204030204" pitchFamily="34" charset="0"/>
                <a:cs typeface="Calibri" panose="020F0502020204030204" pitchFamily="34" charset="0"/>
              </a:rPr>
              <a:t>	</a:t>
            </a:r>
            <a:r>
              <a:rPr kumimoji="0" lang="fr-FR" altLang="fr-FR" sz="4400" b="0" i="0" u="sng" strike="noStrike" cap="none" normalizeH="0" baseline="0" dirty="0">
                <a:ln>
                  <a:noFill/>
                </a:ln>
                <a:solidFill>
                  <a:schemeClr val="tx1">
                    <a:lumMod val="85000"/>
                  </a:schemeClr>
                </a:solidFill>
                <a:effectLst/>
                <a:latin typeface="Gentium Book Basic" panose="02000503060000020004" pitchFamily="2" charset="0"/>
                <a:ea typeface="Calibri" panose="020F0502020204030204" pitchFamily="34" charset="0"/>
                <a:cs typeface="Calibri" panose="020F0502020204030204" pitchFamily="34" charset="0"/>
              </a:rPr>
              <a:t>La différence fondamentale entre SI et TIC</a:t>
            </a:r>
            <a:br>
              <a:rPr lang="fr-FR" altLang="fr-FR" sz="1600" dirty="0">
                <a:solidFill>
                  <a:schemeClr val="tx1">
                    <a:lumMod val="85000"/>
                  </a:schemeClr>
                </a:solidFill>
              </a:rPr>
            </a:br>
            <a:br>
              <a:rPr kumimoji="0" lang="fr-FR" altLang="fr-FR" sz="2800" b="0" i="0" u="none" strike="noStrike" cap="none" normalizeH="0" baseline="0" dirty="0">
                <a:ln>
                  <a:noFill/>
                </a:ln>
                <a:solidFill>
                  <a:schemeClr val="tx1">
                    <a:lumMod val="85000"/>
                  </a:schemeClr>
                </a:solidFill>
                <a:effectLst/>
              </a:rPr>
            </a:br>
            <a:endParaRPr lang="fr-FR" dirty="0"/>
          </a:p>
        </p:txBody>
      </p:sp>
      <p:sp>
        <p:nvSpPr>
          <p:cNvPr id="3" name="Espace réservé du contenu 2">
            <a:extLst>
              <a:ext uri="{FF2B5EF4-FFF2-40B4-BE49-F238E27FC236}">
                <a16:creationId xmlns:a16="http://schemas.microsoft.com/office/drawing/2014/main" id="{ED3DF152-5A4C-8C16-A014-BFBFCF457297}"/>
              </a:ext>
            </a:extLst>
          </p:cNvPr>
          <p:cNvSpPr>
            <a:spLocks noGrp="1"/>
          </p:cNvSpPr>
          <p:nvPr>
            <p:ph idx="1"/>
          </p:nvPr>
        </p:nvSpPr>
        <p:spPr/>
        <p:txBody>
          <a:bodyPr>
            <a:normAutofit/>
          </a:bodyPr>
          <a:lstStyle/>
          <a:p>
            <a:pPr marL="457200" indent="-457200">
              <a:buFont typeface="+mj-lt"/>
              <a:buAutoNum type="arabicPeriod" startAt="3"/>
            </a:pPr>
            <a:r>
              <a:rPr lang="fr-FR" sz="2400" b="1" u="sng" dirty="0">
                <a:effectLst/>
                <a:latin typeface="Gentium Book Basic" panose="02000503060000020004" pitchFamily="2" charset="0"/>
                <a:ea typeface="Calibri" panose="020F0502020204030204" pitchFamily="34" charset="0"/>
                <a:cs typeface="Calibri" panose="020F0502020204030204" pitchFamily="34" charset="0"/>
              </a:rPr>
              <a:t>Le SI dans son ensemble</a:t>
            </a:r>
          </a:p>
          <a:p>
            <a:pPr algn="just">
              <a:lnSpc>
                <a:spcPct val="107000"/>
              </a:lnSpc>
              <a:spcAft>
                <a:spcPts val="800"/>
              </a:spcAft>
            </a:pPr>
            <a:endParaRPr lang="fr-FR" sz="1800" dirty="0">
              <a:effectLst/>
              <a:latin typeface="Gentium Book Basic" panose="02000503060000020004" pitchFamily="2" charset="0"/>
              <a:ea typeface="Calibri" panose="020F0502020204030204" pitchFamily="34" charset="0"/>
              <a:cs typeface="Calibri" panose="020F0502020204030204" pitchFamily="34" charset="0"/>
            </a:endParaRPr>
          </a:p>
          <a:p>
            <a:pPr algn="just">
              <a:lnSpc>
                <a:spcPct val="107000"/>
              </a:lnSpc>
              <a:spcAft>
                <a:spcPts val="800"/>
              </a:spcAft>
            </a:pPr>
            <a:r>
              <a:rPr lang="fr-FR" sz="1800" dirty="0">
                <a:effectLst/>
                <a:latin typeface="Gentium Book Basic" panose="02000503060000020004" pitchFamily="2" charset="0"/>
                <a:ea typeface="Calibri" panose="020F0502020204030204" pitchFamily="34" charset="0"/>
                <a:cs typeface="Calibri" panose="020F0502020204030204" pitchFamily="34" charset="0"/>
              </a:rPr>
              <a:t>Le Si comprend</a:t>
            </a:r>
            <a:r>
              <a:rPr lang="fr-FR" sz="1800" u="sng" dirty="0">
                <a:effectLst/>
                <a:latin typeface="Gentium Book Basic" panose="02000503060000020004" pitchFamily="2" charset="0"/>
                <a:ea typeface="Calibri" panose="020F0502020204030204" pitchFamily="34" charset="0"/>
                <a:cs typeface="Calibri" panose="020F0502020204030204" pitchFamily="34" charset="0"/>
              </a:rPr>
              <a:t> 5 ressources </a:t>
            </a:r>
            <a:r>
              <a:rPr lang="fr-FR" sz="1800" dirty="0">
                <a:effectLst/>
                <a:latin typeface="Gentium Book Basic" panose="02000503060000020004" pitchFamily="2" charset="0"/>
                <a:ea typeface="Calibri" panose="020F0502020204030204" pitchFamily="34" charset="0"/>
                <a:cs typeface="Calibri" panose="020F0502020204030204" pitchFamily="34" charset="0"/>
              </a:rPr>
              <a:t>:</a:t>
            </a:r>
          </a:p>
          <a:p>
            <a:pPr lvl="1" indent="-342900" algn="just">
              <a:lnSpc>
                <a:spcPct val="107000"/>
              </a:lnSpc>
              <a:buFont typeface="Symbol" panose="05050102010706020507" pitchFamily="18" charset="2"/>
              <a:buChar char=""/>
            </a:pPr>
            <a:r>
              <a:rPr lang="fr-FR" sz="1600" dirty="0">
                <a:effectLst/>
                <a:latin typeface="Gentium Book Basic" panose="02000503060000020004" pitchFamily="2" charset="0"/>
                <a:ea typeface="Calibri" panose="020F0502020204030204" pitchFamily="34" charset="0"/>
                <a:cs typeface="Calibri" panose="020F0502020204030204" pitchFamily="34" charset="0"/>
              </a:rPr>
              <a:t>les données</a:t>
            </a:r>
          </a:p>
          <a:p>
            <a:pPr lvl="1" indent="-342900" algn="just">
              <a:lnSpc>
                <a:spcPct val="107000"/>
              </a:lnSpc>
              <a:buFont typeface="Symbol" panose="05050102010706020507" pitchFamily="18" charset="2"/>
              <a:buChar char=""/>
            </a:pPr>
            <a:r>
              <a:rPr lang="fr-FR" sz="1600" dirty="0">
                <a:effectLst/>
                <a:latin typeface="Gentium Book Basic" panose="02000503060000020004" pitchFamily="2" charset="0"/>
                <a:ea typeface="Calibri" panose="020F0502020204030204" pitchFamily="34" charset="0"/>
                <a:cs typeface="Calibri" panose="020F0502020204030204" pitchFamily="34" charset="0"/>
              </a:rPr>
              <a:t>les utilisateurs (les personnes)</a:t>
            </a:r>
          </a:p>
          <a:p>
            <a:pPr lvl="1" indent="-342900" algn="just">
              <a:lnSpc>
                <a:spcPct val="107000"/>
              </a:lnSpc>
              <a:buFont typeface="Symbol" panose="05050102010706020507" pitchFamily="18" charset="2"/>
              <a:buChar char=""/>
            </a:pPr>
            <a:r>
              <a:rPr lang="fr-FR" sz="1600" dirty="0">
                <a:effectLst/>
                <a:latin typeface="Gentium Book Basic" panose="02000503060000020004" pitchFamily="2" charset="0"/>
                <a:ea typeface="Calibri" panose="020F0502020204030204" pitchFamily="34" charset="0"/>
                <a:cs typeface="Calibri" panose="020F0502020204030204" pitchFamily="34" charset="0"/>
              </a:rPr>
              <a:t>les logiciels</a:t>
            </a:r>
          </a:p>
          <a:p>
            <a:pPr lvl="1" indent="-342900" algn="just">
              <a:lnSpc>
                <a:spcPct val="107000"/>
              </a:lnSpc>
              <a:buFont typeface="Symbol" panose="05050102010706020507" pitchFamily="18" charset="2"/>
              <a:buChar char=""/>
            </a:pPr>
            <a:r>
              <a:rPr lang="fr-FR" sz="1600" dirty="0">
                <a:effectLst/>
                <a:latin typeface="Gentium Book Basic" panose="02000503060000020004" pitchFamily="2" charset="0"/>
                <a:ea typeface="Calibri" panose="020F0502020204030204" pitchFamily="34" charset="0"/>
                <a:cs typeface="Calibri" panose="020F0502020204030204" pitchFamily="34" charset="0"/>
              </a:rPr>
              <a:t>les matériels</a:t>
            </a:r>
          </a:p>
          <a:p>
            <a:pPr lvl="1" indent="-342900" algn="just">
              <a:lnSpc>
                <a:spcPct val="107000"/>
              </a:lnSpc>
              <a:spcAft>
                <a:spcPts val="800"/>
              </a:spcAft>
              <a:buFont typeface="Symbol" panose="05050102010706020507" pitchFamily="18" charset="2"/>
              <a:buChar char=""/>
            </a:pPr>
            <a:r>
              <a:rPr lang="fr-FR" sz="1600" dirty="0">
                <a:effectLst/>
                <a:latin typeface="Gentium Book Basic" panose="02000503060000020004" pitchFamily="2" charset="0"/>
                <a:ea typeface="Calibri" panose="020F0502020204030204" pitchFamily="34" charset="0"/>
                <a:cs typeface="Calibri" panose="020F0502020204030204" pitchFamily="34" charset="0"/>
              </a:rPr>
              <a:t>les procédures (les usages)</a:t>
            </a:r>
          </a:p>
          <a:p>
            <a:pPr marL="0" indent="0">
              <a:buNone/>
            </a:pPr>
            <a:endParaRPr lang="fr-FR" sz="1800" dirty="0">
              <a:latin typeface="Gentium Book Basic" panose="02000503060000020004" pitchFamily="2"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678083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3D69E72-9872-2522-3E09-E829E0646B7C}"/>
              </a:ext>
            </a:extLst>
          </p:cNvPr>
          <p:cNvSpPr>
            <a:spLocks noGrp="1"/>
          </p:cNvSpPr>
          <p:nvPr>
            <p:ph type="title"/>
          </p:nvPr>
        </p:nvSpPr>
        <p:spPr/>
        <p:txBody>
          <a:bodyPr/>
          <a:lstStyle/>
          <a:p>
            <a:endParaRPr lang="fr-FR"/>
          </a:p>
        </p:txBody>
      </p:sp>
      <p:sp>
        <p:nvSpPr>
          <p:cNvPr id="4" name="Espace réservé du texte 3">
            <a:extLst>
              <a:ext uri="{FF2B5EF4-FFF2-40B4-BE49-F238E27FC236}">
                <a16:creationId xmlns:a16="http://schemas.microsoft.com/office/drawing/2014/main" id="{C3C95CD2-1194-735D-A113-9BD0CB0EB998}"/>
              </a:ext>
            </a:extLst>
          </p:cNvPr>
          <p:cNvSpPr>
            <a:spLocks noGrp="1"/>
          </p:cNvSpPr>
          <p:nvPr>
            <p:ph type="body" sz="half" idx="2"/>
          </p:nvPr>
        </p:nvSpPr>
        <p:spPr/>
        <p:txBody>
          <a:bodyPr/>
          <a:lstStyle/>
          <a:p>
            <a:endParaRPr lang="fr-FR"/>
          </a:p>
        </p:txBody>
      </p:sp>
      <p:pic>
        <p:nvPicPr>
          <p:cNvPr id="12" name="Image 11">
            <a:extLst>
              <a:ext uri="{FF2B5EF4-FFF2-40B4-BE49-F238E27FC236}">
                <a16:creationId xmlns:a16="http://schemas.microsoft.com/office/drawing/2014/main" id="{8EBA2BBE-9A8F-6C3C-AE72-73E13230BE01}"/>
              </a:ext>
            </a:extLst>
          </p:cNvPr>
          <p:cNvPicPr>
            <a:picLocks noChangeAspect="1"/>
          </p:cNvPicPr>
          <p:nvPr/>
        </p:nvPicPr>
        <p:blipFill>
          <a:blip r:embed="rId2"/>
          <a:stretch>
            <a:fillRect/>
          </a:stretch>
        </p:blipFill>
        <p:spPr>
          <a:xfrm>
            <a:off x="1524000" y="0"/>
            <a:ext cx="9144000" cy="6858000"/>
          </a:xfrm>
          <a:prstGeom prst="rect">
            <a:avLst/>
          </a:prstGeom>
        </p:spPr>
      </p:pic>
    </p:spTree>
    <p:extLst>
      <p:ext uri="{BB962C8B-B14F-4D97-AF65-F5344CB8AC3E}">
        <p14:creationId xmlns:p14="http://schemas.microsoft.com/office/powerpoint/2010/main" val="35379759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E6F9C-26C1-B119-4F87-696CB633A88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115C9AF-F809-DAA2-8FC2-360864A8F969}"/>
              </a:ext>
            </a:extLst>
          </p:cNvPr>
          <p:cNvSpPr>
            <a:spLocks noGrp="1"/>
          </p:cNvSpPr>
          <p:nvPr>
            <p:ph type="ctrTitle"/>
          </p:nvPr>
        </p:nvSpPr>
        <p:spPr/>
        <p:txBody>
          <a:bodyPr/>
          <a:lstStyle/>
          <a:p>
            <a:r>
              <a:rPr kumimoji="0" lang="fr-FR" altLang="fr-FR" sz="7200" b="0" i="0" u="sng" strike="noStrike" cap="none" normalizeH="0" baseline="0" dirty="0">
                <a:ln>
                  <a:noFill/>
                </a:ln>
                <a:solidFill>
                  <a:schemeClr val="tx1">
                    <a:lumMod val="85000"/>
                  </a:schemeClr>
                </a:solidFill>
                <a:effectLst/>
                <a:latin typeface="Gentium Book Basic" panose="02000503060000020004" pitchFamily="2" charset="0"/>
                <a:ea typeface="Calibri" panose="020F0502020204030204" pitchFamily="34" charset="0"/>
                <a:cs typeface="Calibri" panose="020F0502020204030204" pitchFamily="34" charset="0"/>
              </a:rPr>
              <a:t>II.	La pyramide des DICS</a:t>
            </a:r>
            <a:endParaRPr lang="fr-FR" dirty="0"/>
          </a:p>
        </p:txBody>
      </p:sp>
      <p:sp>
        <p:nvSpPr>
          <p:cNvPr id="3" name="Sous-titre 2">
            <a:extLst>
              <a:ext uri="{FF2B5EF4-FFF2-40B4-BE49-F238E27FC236}">
                <a16:creationId xmlns:a16="http://schemas.microsoft.com/office/drawing/2014/main" id="{8BDD1A49-D9AA-9501-C74C-2927B41A221D}"/>
              </a:ext>
            </a:extLst>
          </p:cNvPr>
          <p:cNvSpPr>
            <a:spLocks noGrp="1"/>
          </p:cNvSpPr>
          <p:nvPr>
            <p:ph type="subTitle" idx="1"/>
          </p:nvPr>
        </p:nvSpPr>
        <p:spPr/>
        <p:txBody>
          <a:bodyPr/>
          <a:lstStyle/>
          <a:p>
            <a:endParaRPr lang="fr-FR"/>
          </a:p>
        </p:txBody>
      </p:sp>
    </p:spTree>
    <p:extLst>
      <p:ext uri="{BB962C8B-B14F-4D97-AF65-F5344CB8AC3E}">
        <p14:creationId xmlns:p14="http://schemas.microsoft.com/office/powerpoint/2010/main" val="9737513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694301-EC05-950D-AC30-0E0F018CD025}"/>
              </a:ext>
            </a:extLst>
          </p:cNvPr>
          <p:cNvSpPr>
            <a:spLocks noGrp="1"/>
          </p:cNvSpPr>
          <p:nvPr>
            <p:ph type="title"/>
          </p:nvPr>
        </p:nvSpPr>
        <p:spPr/>
        <p:txBody>
          <a:bodyPr/>
          <a:lstStyle/>
          <a:p>
            <a:endParaRPr lang="fr-FR"/>
          </a:p>
        </p:txBody>
      </p:sp>
      <p:pic>
        <p:nvPicPr>
          <p:cNvPr id="6" name="Média en ligne 5" title="Le conditionnement opérant  skinnerien S/T">
            <a:hlinkClick r:id="" action="ppaction://media"/>
            <a:extLst>
              <a:ext uri="{FF2B5EF4-FFF2-40B4-BE49-F238E27FC236}">
                <a16:creationId xmlns:a16="http://schemas.microsoft.com/office/drawing/2014/main" id="{B10D0322-39BD-5B48-BF35-47739D701878}"/>
              </a:ext>
            </a:extLst>
          </p:cNvPr>
          <p:cNvPicPr>
            <a:picLocks noGrp="1" noRot="1" noChangeAspect="1"/>
          </p:cNvPicPr>
          <p:nvPr>
            <p:ph idx="1"/>
            <a:videoFile r:link="rId1"/>
          </p:nvPr>
        </p:nvPicPr>
        <p:blipFill>
          <a:blip r:embed="rId3"/>
          <a:stretch>
            <a:fillRect/>
          </a:stretch>
        </p:blipFill>
        <p:spPr>
          <a:xfrm>
            <a:off x="2779713" y="2052638"/>
            <a:ext cx="5594350" cy="4195762"/>
          </a:xfrm>
          <a:prstGeom prst="rect">
            <a:avLst/>
          </a:prstGeom>
        </p:spPr>
      </p:pic>
      <p:sp>
        <p:nvSpPr>
          <p:cNvPr id="5" name="ZoneTexte 4">
            <a:extLst>
              <a:ext uri="{FF2B5EF4-FFF2-40B4-BE49-F238E27FC236}">
                <a16:creationId xmlns:a16="http://schemas.microsoft.com/office/drawing/2014/main" id="{B862A27D-D5EF-3403-7182-71D9A724D7FB}"/>
              </a:ext>
            </a:extLst>
          </p:cNvPr>
          <p:cNvSpPr txBox="1"/>
          <p:nvPr/>
        </p:nvSpPr>
        <p:spPr>
          <a:xfrm>
            <a:off x="646111" y="452718"/>
            <a:ext cx="2862513" cy="646331"/>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r>
              <a:rPr lang="fr-FR" sz="1800" b="1" dirty="0">
                <a:latin typeface="Gentium Book Basic" panose="02000503060000020004" pitchFamily="2" charset="0"/>
                <a:ea typeface="Calibri" panose="020F0502020204030204" pitchFamily="34" charset="0"/>
                <a:cs typeface="Calibri" panose="020F0502020204030204" pitchFamily="34" charset="0"/>
              </a:rPr>
              <a:t>Exercice 2</a:t>
            </a:r>
            <a:endParaRPr lang="fr-FR" sz="2400" b="1" dirty="0">
              <a:latin typeface="Gentium Book Basic" panose="02000503060000020004" pitchFamily="2" charset="0"/>
              <a:ea typeface="Calibri" panose="020F0502020204030204" pitchFamily="34" charset="0"/>
              <a:cs typeface="Calibri" panose="020F0502020204030204" pitchFamily="34" charset="0"/>
            </a:endParaRPr>
          </a:p>
          <a:p>
            <a:endParaRPr lang="fr-FR" dirty="0"/>
          </a:p>
        </p:txBody>
      </p:sp>
    </p:spTree>
    <p:extLst>
      <p:ext uri="{BB962C8B-B14F-4D97-AF65-F5344CB8AC3E}">
        <p14:creationId xmlns:p14="http://schemas.microsoft.com/office/powerpoint/2010/main" val="2802329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6805683-06A2-C4A3-E233-0E72163EDC18}"/>
              </a:ext>
            </a:extLst>
          </p:cNvPr>
          <p:cNvSpPr>
            <a:spLocks noGrp="1"/>
          </p:cNvSpPr>
          <p:nvPr>
            <p:ph type="title"/>
          </p:nvPr>
        </p:nvSpPr>
        <p:spPr/>
        <p:txBody>
          <a:bodyPr/>
          <a:lstStyle/>
          <a:p>
            <a:r>
              <a:rPr kumimoji="0" lang="fr-FR" altLang="fr-FR" sz="4400" b="0" i="0" u="sng" strike="noStrike" cap="none" normalizeH="0" baseline="0" dirty="0">
                <a:ln>
                  <a:noFill/>
                </a:ln>
                <a:solidFill>
                  <a:schemeClr val="tx1">
                    <a:lumMod val="85000"/>
                  </a:schemeClr>
                </a:solidFill>
                <a:effectLst/>
                <a:latin typeface="Gentium Book Basic" panose="02000503060000020004" pitchFamily="2" charset="0"/>
                <a:ea typeface="Calibri" panose="020F0502020204030204" pitchFamily="34" charset="0"/>
                <a:cs typeface="Calibri" panose="020F0502020204030204" pitchFamily="34" charset="0"/>
              </a:rPr>
              <a:t>II.	La pyramide des DICS</a:t>
            </a:r>
            <a:endParaRPr lang="fr-FR" dirty="0"/>
          </a:p>
        </p:txBody>
      </p:sp>
      <p:sp>
        <p:nvSpPr>
          <p:cNvPr id="3" name="Espace réservé du contenu 2">
            <a:extLst>
              <a:ext uri="{FF2B5EF4-FFF2-40B4-BE49-F238E27FC236}">
                <a16:creationId xmlns:a16="http://schemas.microsoft.com/office/drawing/2014/main" id="{2AEDC77B-C754-3AF6-FCE0-F2FA99A3C02A}"/>
              </a:ext>
            </a:extLst>
          </p:cNvPr>
          <p:cNvSpPr>
            <a:spLocks noGrp="1"/>
          </p:cNvSpPr>
          <p:nvPr>
            <p:ph idx="1"/>
          </p:nvPr>
        </p:nvSpPr>
        <p:spPr>
          <a:xfrm>
            <a:off x="1103312" y="2052918"/>
            <a:ext cx="4607677" cy="4195481"/>
          </a:xfrm>
        </p:spPr>
        <p:txBody>
          <a:bodyPr/>
          <a:lstStyle/>
          <a:p>
            <a:r>
              <a:rPr lang="fr-FR" sz="1800" b="1" u="sng" dirty="0">
                <a:effectLst/>
                <a:latin typeface="Gentium Book Basic" panose="02000503060000020004" pitchFamily="2" charset="0"/>
                <a:ea typeface="Calibri" panose="020F0502020204030204" pitchFamily="34" charset="0"/>
                <a:cs typeface="Calibri" panose="020F0502020204030204" pitchFamily="34" charset="0"/>
              </a:rPr>
              <a:t>Une donnée</a:t>
            </a:r>
            <a:r>
              <a:rPr lang="fr-FR" sz="1800" b="1" dirty="0">
                <a:effectLst/>
                <a:latin typeface="Gentium Book Basic" panose="02000503060000020004" pitchFamily="2" charset="0"/>
                <a:ea typeface="Calibri" panose="020F0502020204030204" pitchFamily="34" charset="0"/>
                <a:cs typeface="Calibri" panose="020F0502020204030204" pitchFamily="34" charset="0"/>
              </a:rPr>
              <a:t> </a:t>
            </a:r>
            <a:r>
              <a:rPr lang="fr-FR" sz="1800" dirty="0">
                <a:effectLst/>
                <a:latin typeface="Gentium Book Basic" panose="02000503060000020004" pitchFamily="2" charset="0"/>
                <a:ea typeface="Calibri" panose="020F0502020204030204" pitchFamily="34" charset="0"/>
                <a:cs typeface="Calibri" panose="020F0502020204030204" pitchFamily="34" charset="0"/>
              </a:rPr>
              <a:t>: ensemble de signes et de symboles. Elle correspond à des valeurs brutes. Elle a peu de valeur tant qu’elle n’est pas interprétée ou utilisée</a:t>
            </a:r>
          </a:p>
          <a:p>
            <a:endParaRPr lang="fr-FR" sz="1800" dirty="0">
              <a:latin typeface="Gentium Book Basic" panose="02000503060000020004" pitchFamily="2" charset="0"/>
              <a:ea typeface="Calibri" panose="020F0502020204030204" pitchFamily="34" charset="0"/>
              <a:cs typeface="Calibri" panose="020F0502020204030204" pitchFamily="34" charset="0"/>
            </a:endParaRPr>
          </a:p>
          <a:p>
            <a:r>
              <a:rPr lang="fr-FR" sz="1800" b="1" u="sng" dirty="0">
                <a:effectLst/>
                <a:latin typeface="Gentium Book Basic" panose="02000503060000020004" pitchFamily="2" charset="0"/>
                <a:ea typeface="Calibri" panose="020F0502020204030204" pitchFamily="34" charset="0"/>
                <a:cs typeface="Calibri" panose="020F0502020204030204" pitchFamily="34" charset="0"/>
              </a:rPr>
              <a:t>Base de données</a:t>
            </a:r>
            <a:r>
              <a:rPr lang="fr-FR" sz="1800" u="sng" dirty="0">
                <a:effectLst/>
                <a:latin typeface="Gentium Book Basic" panose="02000503060000020004" pitchFamily="2" charset="0"/>
                <a:ea typeface="Calibri" panose="020F0502020204030204" pitchFamily="34" charset="0"/>
                <a:cs typeface="Calibri" panose="020F0502020204030204" pitchFamily="34" charset="0"/>
              </a:rPr>
              <a:t> </a:t>
            </a:r>
            <a:r>
              <a:rPr lang="fr-FR" sz="1800" dirty="0">
                <a:effectLst/>
                <a:latin typeface="Gentium Book Basic" panose="02000503060000020004" pitchFamily="2" charset="0"/>
                <a:ea typeface="Calibri" panose="020F0502020204030204" pitchFamily="34" charset="0"/>
                <a:cs typeface="Calibri" panose="020F0502020204030204" pitchFamily="34" charset="0"/>
              </a:rPr>
              <a:t>: ensemble de données organisées de façon à servir les programmes applicatifs de plusieurs applications</a:t>
            </a:r>
          </a:p>
          <a:p>
            <a:pPr marL="0" indent="0">
              <a:buNone/>
            </a:pPr>
            <a:endParaRPr lang="fr-FR" sz="1800" dirty="0">
              <a:effectLst/>
              <a:latin typeface="Gentium Book Basic" panose="02000503060000020004" pitchFamily="2" charset="0"/>
              <a:ea typeface="Calibri" panose="020F0502020204030204" pitchFamily="34" charset="0"/>
              <a:cs typeface="Calibri" panose="020F0502020204030204" pitchFamily="34" charset="0"/>
            </a:endParaRPr>
          </a:p>
          <a:p>
            <a:endParaRPr lang="fr-FR" sz="1800" dirty="0">
              <a:latin typeface="Gentium Book Basic" panose="02000503060000020004" pitchFamily="2" charset="0"/>
              <a:ea typeface="Calibri" panose="020F0502020204030204" pitchFamily="34" charset="0"/>
              <a:cs typeface="Calibri" panose="020F0502020204030204" pitchFamily="34" charset="0"/>
            </a:endParaRPr>
          </a:p>
          <a:p>
            <a:endParaRPr lang="fr-FR" sz="1800" dirty="0">
              <a:effectLst/>
              <a:latin typeface="Gentium Book Basic" panose="02000503060000020004" pitchFamily="2" charset="0"/>
              <a:ea typeface="Calibri" panose="020F0502020204030204" pitchFamily="34" charset="0"/>
              <a:cs typeface="Calibri" panose="020F0502020204030204" pitchFamily="34" charset="0"/>
            </a:endParaRPr>
          </a:p>
          <a:p>
            <a:endParaRPr lang="fr-FR" sz="1800" dirty="0">
              <a:latin typeface="Gentium Book Basic" panose="02000503060000020004" pitchFamily="2" charset="0"/>
              <a:ea typeface="Calibri" panose="020F0502020204030204" pitchFamily="34" charset="0"/>
              <a:cs typeface="Calibri" panose="020F0502020204030204" pitchFamily="34" charset="0"/>
            </a:endParaRPr>
          </a:p>
          <a:p>
            <a:pPr marL="0" indent="0">
              <a:buNone/>
            </a:pPr>
            <a:endParaRPr lang="fr-FR" sz="1800" dirty="0">
              <a:effectLst/>
              <a:latin typeface="Gentium Book Basic" panose="02000503060000020004" pitchFamily="2" charset="0"/>
              <a:ea typeface="Calibri" panose="020F0502020204030204" pitchFamily="34" charset="0"/>
              <a:cs typeface="Calibri" panose="020F0502020204030204" pitchFamily="34" charset="0"/>
            </a:endParaRPr>
          </a:p>
          <a:p>
            <a:endParaRPr lang="fr-FR" dirty="0"/>
          </a:p>
        </p:txBody>
      </p:sp>
      <p:pic>
        <p:nvPicPr>
          <p:cNvPr id="6" name="Image2">
            <a:extLst>
              <a:ext uri="{FF2B5EF4-FFF2-40B4-BE49-F238E27FC236}">
                <a16:creationId xmlns:a16="http://schemas.microsoft.com/office/drawing/2014/main" id="{EE0765A7-7009-63A3-BEFB-FA25F9F23562}"/>
              </a:ext>
            </a:extLst>
          </p:cNvPr>
          <p:cNvPicPr>
            <a:picLocks noChangeAspect="1"/>
          </p:cNvPicPr>
          <p:nvPr/>
        </p:nvPicPr>
        <p:blipFill>
          <a:blip r:embed="rId2"/>
          <a:stretch>
            <a:fillRect/>
          </a:stretch>
        </p:blipFill>
        <p:spPr bwMode="auto">
          <a:xfrm>
            <a:off x="6096000" y="1592650"/>
            <a:ext cx="4812632" cy="4812632"/>
          </a:xfrm>
          <a:prstGeom prst="rect">
            <a:avLst/>
          </a:prstGeom>
        </p:spPr>
      </p:pic>
    </p:spTree>
    <p:extLst>
      <p:ext uri="{BB962C8B-B14F-4D97-AF65-F5344CB8AC3E}">
        <p14:creationId xmlns:p14="http://schemas.microsoft.com/office/powerpoint/2010/main" val="1048484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CF9D1-1795-56D3-C66B-92B89FCB236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D8F2A04-310F-7DD9-2AF4-F745FABA3310}"/>
              </a:ext>
            </a:extLst>
          </p:cNvPr>
          <p:cNvSpPr>
            <a:spLocks noGrp="1"/>
          </p:cNvSpPr>
          <p:nvPr>
            <p:ph type="title"/>
          </p:nvPr>
        </p:nvSpPr>
        <p:spPr/>
        <p:txBody>
          <a:bodyPr/>
          <a:lstStyle/>
          <a:p>
            <a:r>
              <a:rPr kumimoji="0" lang="fr-FR" altLang="fr-FR" sz="4400" b="0" i="0" u="sng" strike="noStrike" cap="none" normalizeH="0" baseline="0" dirty="0">
                <a:ln>
                  <a:noFill/>
                </a:ln>
                <a:solidFill>
                  <a:schemeClr val="tx1">
                    <a:lumMod val="85000"/>
                  </a:schemeClr>
                </a:solidFill>
                <a:effectLst/>
                <a:latin typeface="Gentium Book Basic" panose="02000503060000020004" pitchFamily="2" charset="0"/>
                <a:ea typeface="Calibri" panose="020F0502020204030204" pitchFamily="34" charset="0"/>
                <a:cs typeface="Calibri" panose="020F0502020204030204" pitchFamily="34" charset="0"/>
              </a:rPr>
              <a:t>II.	La pyramide des DICS</a:t>
            </a:r>
            <a:endParaRPr lang="fr-FR" dirty="0"/>
          </a:p>
        </p:txBody>
      </p:sp>
      <p:sp>
        <p:nvSpPr>
          <p:cNvPr id="3" name="Espace réservé du contenu 2">
            <a:extLst>
              <a:ext uri="{FF2B5EF4-FFF2-40B4-BE49-F238E27FC236}">
                <a16:creationId xmlns:a16="http://schemas.microsoft.com/office/drawing/2014/main" id="{B037A4D3-27B3-B147-AAB6-C0BE0F164F40}"/>
              </a:ext>
            </a:extLst>
          </p:cNvPr>
          <p:cNvSpPr>
            <a:spLocks noGrp="1"/>
          </p:cNvSpPr>
          <p:nvPr>
            <p:ph idx="1"/>
          </p:nvPr>
        </p:nvSpPr>
        <p:spPr>
          <a:xfrm>
            <a:off x="1103312" y="2052918"/>
            <a:ext cx="10158246" cy="4508303"/>
          </a:xfrm>
        </p:spPr>
        <p:txBody>
          <a:bodyPr/>
          <a:lstStyle/>
          <a:p>
            <a:r>
              <a:rPr lang="fr-FR" sz="1800" b="1" u="sng" dirty="0">
                <a:effectLst/>
                <a:latin typeface="Gentium Book Basic" panose="02000503060000020004" pitchFamily="2" charset="0"/>
                <a:ea typeface="Calibri" panose="020F0502020204030204" pitchFamily="34" charset="0"/>
                <a:cs typeface="Calibri" panose="020F0502020204030204" pitchFamily="34" charset="0"/>
              </a:rPr>
              <a:t>Une information</a:t>
            </a:r>
            <a:r>
              <a:rPr lang="fr-FR" sz="1800" dirty="0">
                <a:effectLst/>
                <a:latin typeface="Gentium Book Basic" panose="02000503060000020004" pitchFamily="2" charset="0"/>
                <a:ea typeface="Calibri" panose="020F0502020204030204" pitchFamily="34" charset="0"/>
                <a:cs typeface="Calibri" panose="020F0502020204030204" pitchFamily="34" charset="0"/>
              </a:rPr>
              <a:t> : donnée à laquelle on a ajouté du sens. Une information a donc plus de valeur qu’une donnée. Elle permet de répondre aux questions de type : Qui, Quoi, Où, Quand ? </a:t>
            </a:r>
            <a:r>
              <a:rPr lang="fr-FR" sz="1800" dirty="0">
                <a:effectLst/>
                <a:latin typeface="Gentium Book Basic" panose="02000503060000020004" pitchFamily="2" charset="0"/>
                <a:ea typeface="Calibri" panose="020F0502020204030204" pitchFamily="34" charset="0"/>
                <a:cs typeface="Calibri" panose="020F0502020204030204" pitchFamily="34" charset="0"/>
                <a:sym typeface="Wingdings" panose="05000000000000000000" pitchFamily="2" charset="2"/>
              </a:rPr>
              <a:t></a:t>
            </a:r>
            <a:r>
              <a:rPr lang="fr-FR" sz="1800" dirty="0">
                <a:effectLst/>
                <a:latin typeface="Gentium Book Basic" panose="02000503060000020004" pitchFamily="2" charset="0"/>
                <a:ea typeface="Calibri" panose="020F0502020204030204" pitchFamily="34" charset="0"/>
                <a:cs typeface="Calibri" panose="020F0502020204030204" pitchFamily="34" charset="0"/>
              </a:rPr>
              <a:t> Cela permet d’avoir des connaissances</a:t>
            </a:r>
          </a:p>
          <a:p>
            <a:endParaRPr lang="fr-FR" sz="1800" dirty="0">
              <a:latin typeface="Gentium Book Basic" panose="02000503060000020004" pitchFamily="2" charset="0"/>
              <a:ea typeface="Calibri" panose="020F0502020204030204" pitchFamily="34" charset="0"/>
              <a:cs typeface="Calibri" panose="020F0502020204030204" pitchFamily="34" charset="0"/>
            </a:endParaRPr>
          </a:p>
          <a:p>
            <a:r>
              <a:rPr lang="fr-FR" sz="1800" b="1" u="sng" dirty="0">
                <a:effectLst/>
                <a:latin typeface="Gentium Book Basic" panose="02000503060000020004" pitchFamily="2" charset="0"/>
                <a:ea typeface="Calibri" panose="020F0502020204030204" pitchFamily="34" charset="0"/>
                <a:cs typeface="Calibri" panose="020F0502020204030204" pitchFamily="34" charset="0"/>
              </a:rPr>
              <a:t>Une connaissance</a:t>
            </a:r>
            <a:r>
              <a:rPr lang="fr-FR" sz="1800" dirty="0">
                <a:effectLst/>
                <a:latin typeface="Gentium Book Basic" panose="02000503060000020004" pitchFamily="2" charset="0"/>
                <a:ea typeface="Calibri" panose="020F0502020204030204" pitchFamily="34" charset="0"/>
                <a:cs typeface="Calibri" panose="020F0502020204030204" pitchFamily="34" charset="0"/>
              </a:rPr>
              <a:t> : s’acquiert en utilisation l’information pour réaliser des tâches ou prendre des décisions. Elle est un mélange d’information, de compréhension, de capacité, d’expérience, d’habileté et de valeurs (Rowley, 2007). Elle permet de répondre à la question « comment ? »</a:t>
            </a:r>
          </a:p>
          <a:p>
            <a:endParaRPr lang="fr-FR" sz="1800" dirty="0">
              <a:latin typeface="Gentium Book Basic" panose="02000503060000020004" pitchFamily="2" charset="0"/>
              <a:ea typeface="Calibri" panose="020F0502020204030204" pitchFamily="34" charset="0"/>
              <a:cs typeface="Calibri" panose="020F0502020204030204" pitchFamily="34" charset="0"/>
            </a:endParaRPr>
          </a:p>
          <a:p>
            <a:r>
              <a:rPr lang="fr-FR" sz="1800" b="1" u="sng" dirty="0">
                <a:effectLst/>
                <a:latin typeface="Gentium Book Basic" panose="02000503060000020004" pitchFamily="2" charset="0"/>
                <a:ea typeface="Calibri" panose="020F0502020204030204" pitchFamily="34" charset="0"/>
                <a:cs typeface="Calibri" panose="020F0502020204030204" pitchFamily="34" charset="0"/>
              </a:rPr>
              <a:t>La sagesse</a:t>
            </a:r>
            <a:r>
              <a:rPr lang="fr-FR" sz="1800" b="1" dirty="0">
                <a:effectLst/>
                <a:latin typeface="Gentium Book Basic" panose="02000503060000020004" pitchFamily="2" charset="0"/>
                <a:ea typeface="Calibri" panose="020F0502020204030204" pitchFamily="34" charset="0"/>
                <a:cs typeface="Calibri" panose="020F0502020204030204" pitchFamily="34" charset="0"/>
              </a:rPr>
              <a:t> </a:t>
            </a:r>
            <a:r>
              <a:rPr lang="fr-FR" sz="1800" dirty="0">
                <a:effectLst/>
                <a:latin typeface="Gentium Book Basic" panose="02000503060000020004" pitchFamily="2" charset="0"/>
                <a:ea typeface="Calibri" panose="020F0502020204030204" pitchFamily="34" charset="0"/>
                <a:cs typeface="Calibri" panose="020F0502020204030204" pitchFamily="34" charset="0"/>
              </a:rPr>
              <a:t>: La compréhension profonde des gens, des choses, des évènements et des situations qui confèrent la capacité de choisir ou agir afin de produire des résultats optimums avec un minimum de temps et d’énergie.</a:t>
            </a:r>
            <a:endParaRPr lang="fr-FR" sz="1800" dirty="0">
              <a:latin typeface="Gentium Book Basic" panose="02000503060000020004" pitchFamily="2" charset="0"/>
              <a:ea typeface="Calibri" panose="020F0502020204030204" pitchFamily="34" charset="0"/>
              <a:cs typeface="Calibri" panose="020F0502020204030204" pitchFamily="34" charset="0"/>
            </a:endParaRPr>
          </a:p>
          <a:p>
            <a:endParaRPr lang="fr-FR" sz="1800" dirty="0">
              <a:effectLst/>
              <a:latin typeface="Gentium Book Basic" panose="02000503060000020004" pitchFamily="2" charset="0"/>
              <a:ea typeface="Calibri" panose="020F0502020204030204" pitchFamily="34" charset="0"/>
              <a:cs typeface="Calibri" panose="020F0502020204030204" pitchFamily="34" charset="0"/>
            </a:endParaRPr>
          </a:p>
          <a:p>
            <a:endParaRPr lang="fr-FR" sz="1800" dirty="0">
              <a:latin typeface="Gentium Book Basic" panose="02000503060000020004" pitchFamily="2" charset="0"/>
              <a:ea typeface="Calibri" panose="020F0502020204030204" pitchFamily="34" charset="0"/>
              <a:cs typeface="Calibri" panose="020F0502020204030204" pitchFamily="34" charset="0"/>
            </a:endParaRPr>
          </a:p>
          <a:p>
            <a:pPr marL="0" indent="0">
              <a:buNone/>
            </a:pPr>
            <a:endParaRPr lang="fr-FR" sz="1800" dirty="0">
              <a:effectLst/>
              <a:latin typeface="Gentium Book Basic" panose="02000503060000020004" pitchFamily="2" charset="0"/>
              <a:ea typeface="Calibri" panose="020F0502020204030204" pitchFamily="34" charset="0"/>
              <a:cs typeface="Calibri" panose="020F0502020204030204" pitchFamily="34" charset="0"/>
            </a:endParaRPr>
          </a:p>
          <a:p>
            <a:endParaRPr lang="fr-FR" dirty="0"/>
          </a:p>
        </p:txBody>
      </p:sp>
    </p:spTree>
    <p:extLst>
      <p:ext uri="{BB962C8B-B14F-4D97-AF65-F5344CB8AC3E}">
        <p14:creationId xmlns:p14="http://schemas.microsoft.com/office/powerpoint/2010/main" val="7817764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me 1">
            <a:extLst>
              <a:ext uri="{FF2B5EF4-FFF2-40B4-BE49-F238E27FC236}">
                <a16:creationId xmlns:a16="http://schemas.microsoft.com/office/drawing/2014/main" id="{EBD2FBF4-7B57-3836-4EC8-7EEAA42E2014}"/>
              </a:ext>
            </a:extLst>
          </p:cNvPr>
          <p:cNvGraphicFramePr/>
          <p:nvPr>
            <p:extLst>
              <p:ext uri="{D42A27DB-BD31-4B8C-83A1-F6EECF244321}">
                <p14:modId xmlns:p14="http://schemas.microsoft.com/office/powerpoint/2010/main" val="1291674599"/>
              </p:ext>
            </p:extLst>
          </p:nvPr>
        </p:nvGraphicFramePr>
        <p:xfrm>
          <a:off x="641684" y="417095"/>
          <a:ext cx="11004883" cy="612808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899274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6FA1E-8096-6816-F5EC-F5CDCE487E0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6E2F234-5FEC-8A72-A341-4B4462032103}"/>
              </a:ext>
            </a:extLst>
          </p:cNvPr>
          <p:cNvSpPr>
            <a:spLocks noGrp="1"/>
          </p:cNvSpPr>
          <p:nvPr>
            <p:ph type="ctrTitle"/>
          </p:nvPr>
        </p:nvSpPr>
        <p:spPr/>
        <p:txBody>
          <a:bodyPr/>
          <a:lstStyle/>
          <a:p>
            <a:r>
              <a:rPr kumimoji="0" lang="fr-FR" altLang="fr-FR" sz="7200" b="0" i="0" u="sng" strike="noStrike" cap="none" normalizeH="0" baseline="0" dirty="0">
                <a:ln>
                  <a:noFill/>
                </a:ln>
                <a:solidFill>
                  <a:schemeClr val="tx1">
                    <a:lumMod val="85000"/>
                  </a:schemeClr>
                </a:solidFill>
                <a:effectLst/>
                <a:latin typeface="Gentium Book Basic" panose="02000503060000020004" pitchFamily="2" charset="0"/>
                <a:ea typeface="Calibri" panose="020F0502020204030204" pitchFamily="34" charset="0"/>
                <a:cs typeface="Calibri" panose="020F0502020204030204" pitchFamily="34" charset="0"/>
              </a:rPr>
              <a:t>III. Le système</a:t>
            </a:r>
            <a:endParaRPr lang="fr-FR" dirty="0"/>
          </a:p>
        </p:txBody>
      </p:sp>
      <p:sp>
        <p:nvSpPr>
          <p:cNvPr id="3" name="Sous-titre 2">
            <a:extLst>
              <a:ext uri="{FF2B5EF4-FFF2-40B4-BE49-F238E27FC236}">
                <a16:creationId xmlns:a16="http://schemas.microsoft.com/office/drawing/2014/main" id="{EE30416D-04A8-7AAC-607B-194F456FB38E}"/>
              </a:ext>
            </a:extLst>
          </p:cNvPr>
          <p:cNvSpPr>
            <a:spLocks noGrp="1"/>
          </p:cNvSpPr>
          <p:nvPr>
            <p:ph type="subTitle" idx="1"/>
          </p:nvPr>
        </p:nvSpPr>
        <p:spPr/>
        <p:txBody>
          <a:bodyPr/>
          <a:lstStyle/>
          <a:p>
            <a:endParaRPr lang="fr-FR"/>
          </a:p>
        </p:txBody>
      </p:sp>
    </p:spTree>
    <p:extLst>
      <p:ext uri="{BB962C8B-B14F-4D97-AF65-F5344CB8AC3E}">
        <p14:creationId xmlns:p14="http://schemas.microsoft.com/office/powerpoint/2010/main" val="39649131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6FCD5FB-278E-5E24-1D0E-52294E26E32B}"/>
              </a:ext>
            </a:extLst>
          </p:cNvPr>
          <p:cNvSpPr>
            <a:spLocks noGrp="1"/>
          </p:cNvSpPr>
          <p:nvPr>
            <p:ph type="title"/>
          </p:nvPr>
        </p:nvSpPr>
        <p:spPr/>
        <p:txBody>
          <a:bodyPr/>
          <a:lstStyle/>
          <a:p>
            <a:r>
              <a:rPr kumimoji="0" lang="fr-FR" altLang="fr-FR" sz="4400" b="0" i="0" u="sng" strike="noStrike" cap="none" normalizeH="0" baseline="0" dirty="0">
                <a:ln>
                  <a:noFill/>
                </a:ln>
                <a:solidFill>
                  <a:schemeClr val="tx1">
                    <a:lumMod val="85000"/>
                  </a:schemeClr>
                </a:solidFill>
                <a:effectLst/>
                <a:latin typeface="Gentium Book Basic" panose="02000503060000020004" pitchFamily="2" charset="0"/>
                <a:ea typeface="Calibri" panose="020F0502020204030204" pitchFamily="34" charset="0"/>
                <a:cs typeface="Calibri" panose="020F0502020204030204" pitchFamily="34" charset="0"/>
              </a:rPr>
              <a:t>III. Le système</a:t>
            </a:r>
            <a:endParaRPr lang="fr-FR" dirty="0"/>
          </a:p>
        </p:txBody>
      </p:sp>
      <p:sp>
        <p:nvSpPr>
          <p:cNvPr id="3" name="Espace réservé du contenu 2">
            <a:extLst>
              <a:ext uri="{FF2B5EF4-FFF2-40B4-BE49-F238E27FC236}">
                <a16:creationId xmlns:a16="http://schemas.microsoft.com/office/drawing/2014/main" id="{D11F5F05-8A83-1AAF-5A28-8245AE7C18F2}"/>
              </a:ext>
            </a:extLst>
          </p:cNvPr>
          <p:cNvSpPr>
            <a:spLocks noGrp="1"/>
          </p:cNvSpPr>
          <p:nvPr>
            <p:ph idx="1"/>
          </p:nvPr>
        </p:nvSpPr>
        <p:spPr>
          <a:xfrm>
            <a:off x="1103312" y="2052918"/>
            <a:ext cx="8946541" cy="4941440"/>
          </a:xfrm>
        </p:spPr>
        <p:txBody>
          <a:bodyPr>
            <a:normAutofit/>
          </a:bodyPr>
          <a:lstStyle/>
          <a:p>
            <a:pPr marL="0" indent="0">
              <a:buNone/>
            </a:pPr>
            <a:r>
              <a:rPr lang="fr-FR" dirty="0"/>
              <a:t>2 types de systèmes:</a:t>
            </a:r>
          </a:p>
          <a:p>
            <a:r>
              <a:rPr lang="fr-FR" dirty="0"/>
              <a:t>•	Système ouvert</a:t>
            </a:r>
          </a:p>
          <a:p>
            <a:endParaRPr lang="fr-FR" dirty="0"/>
          </a:p>
          <a:p>
            <a:endParaRPr lang="fr-FR" dirty="0"/>
          </a:p>
          <a:p>
            <a:endParaRPr lang="fr-FR" dirty="0"/>
          </a:p>
          <a:p>
            <a:endParaRPr lang="fr-FR" dirty="0"/>
          </a:p>
          <a:p>
            <a:endParaRPr lang="fr-FR" dirty="0"/>
          </a:p>
          <a:p>
            <a:endParaRPr lang="fr-FR" dirty="0"/>
          </a:p>
          <a:p>
            <a:pPr marL="457200" algn="just">
              <a:lnSpc>
                <a:spcPct val="107000"/>
              </a:lnSpc>
              <a:spcAft>
                <a:spcPts val="800"/>
              </a:spcAft>
            </a:pPr>
            <a:r>
              <a:rPr lang="fr-FR" sz="2000" dirty="0">
                <a:effectLst/>
                <a:latin typeface="Gentium Book Basic" panose="02000503060000020004" pitchFamily="2" charset="0"/>
                <a:ea typeface="Calibri" panose="020F0502020204030204" pitchFamily="34" charset="0"/>
                <a:cs typeface="Calibri" panose="020F0502020204030204" pitchFamily="34" charset="0"/>
              </a:rPr>
              <a:t>Ici on analyse l’organisation comme un tout. Un système ouvert vers l’extérieur. On parle d’analyse systémique.</a:t>
            </a:r>
          </a:p>
          <a:p>
            <a:pPr marL="0" indent="0">
              <a:buNone/>
            </a:pPr>
            <a:endParaRPr lang="fr-FR" dirty="0"/>
          </a:p>
          <a:p>
            <a:pPr marL="0" indent="0">
              <a:buNone/>
            </a:pPr>
            <a:endParaRPr lang="fr-FR" dirty="0"/>
          </a:p>
        </p:txBody>
      </p:sp>
      <p:graphicFrame>
        <p:nvGraphicFramePr>
          <p:cNvPr id="10" name="Diagramme 9">
            <a:extLst>
              <a:ext uri="{FF2B5EF4-FFF2-40B4-BE49-F238E27FC236}">
                <a16:creationId xmlns:a16="http://schemas.microsoft.com/office/drawing/2014/main" id="{98848B03-EAD0-F135-840C-28289B620080}"/>
              </a:ext>
            </a:extLst>
          </p:cNvPr>
          <p:cNvGraphicFramePr/>
          <p:nvPr>
            <p:extLst>
              <p:ext uri="{D42A27DB-BD31-4B8C-83A1-F6EECF244321}">
                <p14:modId xmlns:p14="http://schemas.microsoft.com/office/powerpoint/2010/main" val="630074504"/>
              </p:ext>
            </p:extLst>
          </p:nvPr>
        </p:nvGraphicFramePr>
        <p:xfrm>
          <a:off x="646110" y="3208755"/>
          <a:ext cx="10442577" cy="21974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086650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1443C6-3935-EACB-5F0A-E24443DFEF5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CE2EB64-6663-3D31-0DFF-8B5A2E9B5F98}"/>
              </a:ext>
            </a:extLst>
          </p:cNvPr>
          <p:cNvSpPr>
            <a:spLocks noGrp="1"/>
          </p:cNvSpPr>
          <p:nvPr>
            <p:ph type="title"/>
          </p:nvPr>
        </p:nvSpPr>
        <p:spPr/>
        <p:txBody>
          <a:bodyPr/>
          <a:lstStyle/>
          <a:p>
            <a:r>
              <a:rPr kumimoji="0" lang="fr-FR" altLang="fr-FR" sz="4400" b="0" i="0" u="sng" strike="noStrike" cap="none" normalizeH="0" baseline="0" dirty="0">
                <a:ln>
                  <a:noFill/>
                </a:ln>
                <a:solidFill>
                  <a:schemeClr val="tx1">
                    <a:lumMod val="85000"/>
                  </a:schemeClr>
                </a:solidFill>
                <a:effectLst/>
                <a:latin typeface="Gentium Book Basic" panose="02000503060000020004" pitchFamily="2" charset="0"/>
                <a:ea typeface="Calibri" panose="020F0502020204030204" pitchFamily="34" charset="0"/>
                <a:cs typeface="Calibri" panose="020F0502020204030204" pitchFamily="34" charset="0"/>
              </a:rPr>
              <a:t>III. Le système</a:t>
            </a:r>
            <a:endParaRPr lang="fr-FR" dirty="0"/>
          </a:p>
        </p:txBody>
      </p:sp>
      <p:sp>
        <p:nvSpPr>
          <p:cNvPr id="3" name="Espace réservé du contenu 2">
            <a:extLst>
              <a:ext uri="{FF2B5EF4-FFF2-40B4-BE49-F238E27FC236}">
                <a16:creationId xmlns:a16="http://schemas.microsoft.com/office/drawing/2014/main" id="{B0C27639-9939-945E-1FED-A2982E62932C}"/>
              </a:ext>
            </a:extLst>
          </p:cNvPr>
          <p:cNvSpPr>
            <a:spLocks noGrp="1"/>
          </p:cNvSpPr>
          <p:nvPr>
            <p:ph idx="1"/>
          </p:nvPr>
        </p:nvSpPr>
        <p:spPr>
          <a:xfrm>
            <a:off x="1103312" y="2052918"/>
            <a:ext cx="8946541" cy="4941440"/>
          </a:xfrm>
        </p:spPr>
        <p:txBody>
          <a:bodyPr>
            <a:normAutofit/>
          </a:bodyPr>
          <a:lstStyle/>
          <a:p>
            <a:r>
              <a:rPr lang="fr-FR" dirty="0"/>
              <a:t>Système fermé </a:t>
            </a:r>
          </a:p>
          <a:p>
            <a:pPr marL="0" indent="0">
              <a:buNone/>
            </a:pPr>
            <a:endParaRPr lang="fr-FR" dirty="0"/>
          </a:p>
          <a:p>
            <a:pPr marL="0" indent="0">
              <a:buNone/>
            </a:pPr>
            <a:endParaRPr lang="fr-FR" dirty="0"/>
          </a:p>
        </p:txBody>
      </p:sp>
      <p:graphicFrame>
        <p:nvGraphicFramePr>
          <p:cNvPr id="4" name="Diagramme 3">
            <a:extLst>
              <a:ext uri="{FF2B5EF4-FFF2-40B4-BE49-F238E27FC236}">
                <a16:creationId xmlns:a16="http://schemas.microsoft.com/office/drawing/2014/main" id="{8DF61066-52BA-987A-83D7-64D9D877CD39}"/>
              </a:ext>
            </a:extLst>
          </p:cNvPr>
          <p:cNvGraphicFramePr/>
          <p:nvPr>
            <p:extLst>
              <p:ext uri="{D42A27DB-BD31-4B8C-83A1-F6EECF244321}">
                <p14:modId xmlns:p14="http://schemas.microsoft.com/office/powerpoint/2010/main" val="2374757252"/>
              </p:ext>
            </p:extLst>
          </p:nvPr>
        </p:nvGraphicFramePr>
        <p:xfrm>
          <a:off x="2919663" y="1853248"/>
          <a:ext cx="7507705" cy="45520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140081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CE5CC8-AC14-9958-59FC-45206154012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F3B5237-3173-BABE-39D8-F672A546FE77}"/>
              </a:ext>
            </a:extLst>
          </p:cNvPr>
          <p:cNvSpPr>
            <a:spLocks noGrp="1"/>
          </p:cNvSpPr>
          <p:nvPr>
            <p:ph type="ctrTitle"/>
          </p:nvPr>
        </p:nvSpPr>
        <p:spPr/>
        <p:txBody>
          <a:bodyPr/>
          <a:lstStyle/>
          <a:p>
            <a:r>
              <a:rPr lang="fr-FR" u="sng" dirty="0">
                <a:solidFill>
                  <a:schemeClr val="tx1">
                    <a:lumMod val="85000"/>
                  </a:schemeClr>
                </a:solidFill>
                <a:latin typeface="Gentium Book Basic" panose="02000503060000020004" pitchFamily="2" charset="0"/>
                <a:ea typeface="Calibri" panose="020F0502020204030204" pitchFamily="34" charset="0"/>
                <a:cs typeface="Calibri" panose="020F0502020204030204" pitchFamily="34" charset="0"/>
              </a:rPr>
              <a:t>IV.	Le système d’information</a:t>
            </a:r>
            <a:endParaRPr lang="fr-FR" dirty="0"/>
          </a:p>
        </p:txBody>
      </p:sp>
      <p:sp>
        <p:nvSpPr>
          <p:cNvPr id="3" name="Sous-titre 2">
            <a:extLst>
              <a:ext uri="{FF2B5EF4-FFF2-40B4-BE49-F238E27FC236}">
                <a16:creationId xmlns:a16="http://schemas.microsoft.com/office/drawing/2014/main" id="{85E85670-CA56-E45A-D7F1-255E1BB13EE5}"/>
              </a:ext>
            </a:extLst>
          </p:cNvPr>
          <p:cNvSpPr>
            <a:spLocks noGrp="1"/>
          </p:cNvSpPr>
          <p:nvPr>
            <p:ph type="subTitle" idx="1"/>
          </p:nvPr>
        </p:nvSpPr>
        <p:spPr/>
        <p:txBody>
          <a:bodyPr/>
          <a:lstStyle/>
          <a:p>
            <a:endParaRPr lang="fr-FR"/>
          </a:p>
        </p:txBody>
      </p:sp>
    </p:spTree>
    <p:extLst>
      <p:ext uri="{BB962C8B-B14F-4D97-AF65-F5344CB8AC3E}">
        <p14:creationId xmlns:p14="http://schemas.microsoft.com/office/powerpoint/2010/main" val="26179965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8187FDA-236E-9D96-06F9-5E3FBC865E3D}"/>
              </a:ext>
            </a:extLst>
          </p:cNvPr>
          <p:cNvSpPr>
            <a:spLocks noGrp="1"/>
          </p:cNvSpPr>
          <p:nvPr>
            <p:ph type="title"/>
          </p:nvPr>
        </p:nvSpPr>
        <p:spPr/>
        <p:txBody>
          <a:bodyPr/>
          <a:lstStyle/>
          <a:p>
            <a:r>
              <a:rPr lang="fr-FR" dirty="0"/>
              <a:t>IV.	Le système d’information</a:t>
            </a:r>
          </a:p>
        </p:txBody>
      </p:sp>
      <p:sp>
        <p:nvSpPr>
          <p:cNvPr id="3" name="Espace réservé du contenu 2">
            <a:extLst>
              <a:ext uri="{FF2B5EF4-FFF2-40B4-BE49-F238E27FC236}">
                <a16:creationId xmlns:a16="http://schemas.microsoft.com/office/drawing/2014/main" id="{B29BBDA6-4A83-11EF-8013-4D18B61C5228}"/>
              </a:ext>
            </a:extLst>
          </p:cNvPr>
          <p:cNvSpPr>
            <a:spLocks noGrp="1"/>
          </p:cNvSpPr>
          <p:nvPr>
            <p:ph idx="1"/>
          </p:nvPr>
        </p:nvSpPr>
        <p:spPr/>
        <p:txBody>
          <a:bodyPr/>
          <a:lstStyle/>
          <a:p>
            <a:r>
              <a:rPr lang="fr-FR" sz="2400" dirty="0">
                <a:latin typeface="Gentium Basic" panose="02000503060000020004" pitchFamily="2" charset="0"/>
              </a:rPr>
              <a:t>L’entreprise est un système complexe souvent découpé en deux sous-systèmes interagissant entre eux et avec le monde extérieur :</a:t>
            </a:r>
          </a:p>
          <a:p>
            <a:pPr lvl="1"/>
            <a:r>
              <a:rPr lang="fr-FR" sz="2400" dirty="0">
                <a:latin typeface="Gentium Basic" panose="02000503060000020004" pitchFamily="2" charset="0"/>
              </a:rPr>
              <a:t>Le système de pilotage (niveau stratégique)</a:t>
            </a:r>
          </a:p>
          <a:p>
            <a:pPr lvl="1"/>
            <a:r>
              <a:rPr lang="fr-FR" sz="2400" dirty="0">
                <a:latin typeface="Gentium Basic" panose="02000503060000020004" pitchFamily="2" charset="0"/>
              </a:rPr>
              <a:t>Le système opérant (niveau opérationnel)</a:t>
            </a:r>
          </a:p>
          <a:p>
            <a:endParaRPr lang="fr-FR" sz="2400" dirty="0">
              <a:latin typeface="Gentium Basic" panose="02000503060000020004" pitchFamily="2" charset="0"/>
            </a:endParaRPr>
          </a:p>
          <a:p>
            <a:endParaRPr lang="fr-FR" sz="2400" dirty="0">
              <a:latin typeface="Gentium Basic" panose="02000503060000020004" pitchFamily="2" charset="0"/>
            </a:endParaRPr>
          </a:p>
          <a:p>
            <a:r>
              <a:rPr lang="fr-FR" sz="2400" b="1" dirty="0">
                <a:effectLst/>
                <a:latin typeface="Gentium Basic" panose="02000503060000020004" pitchFamily="2" charset="0"/>
                <a:ea typeface="Calibri" panose="020F0502020204030204" pitchFamily="34" charset="0"/>
                <a:cs typeface="Calibri" panose="020F0502020204030204" pitchFamily="34" charset="0"/>
              </a:rPr>
              <a:t>Objectif principal</a:t>
            </a:r>
            <a:r>
              <a:rPr lang="fr-FR" sz="2400" dirty="0">
                <a:effectLst/>
                <a:latin typeface="Gentium Basic" panose="02000503060000020004" pitchFamily="2" charset="0"/>
                <a:ea typeface="Calibri" panose="020F0502020204030204" pitchFamily="34" charset="0"/>
                <a:cs typeface="Calibri" panose="020F0502020204030204" pitchFamily="34" charset="0"/>
              </a:rPr>
              <a:t> :  maitriser les informations pour prendre des décisions stratégiques et opérationnelles.</a:t>
            </a:r>
          </a:p>
          <a:p>
            <a:endParaRPr lang="fr-FR" dirty="0">
              <a:latin typeface="Gentium Basic" panose="02000503060000020004" pitchFamily="2" charset="0"/>
            </a:endParaRPr>
          </a:p>
        </p:txBody>
      </p:sp>
    </p:spTree>
    <p:extLst>
      <p:ext uri="{BB962C8B-B14F-4D97-AF65-F5344CB8AC3E}">
        <p14:creationId xmlns:p14="http://schemas.microsoft.com/office/powerpoint/2010/main" val="12848791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A58106-8217-AAF5-0D01-B79355ABC50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09E0662-129A-05A3-C4AF-2EA9963AE68C}"/>
              </a:ext>
            </a:extLst>
          </p:cNvPr>
          <p:cNvSpPr>
            <a:spLocks noGrp="1"/>
          </p:cNvSpPr>
          <p:nvPr>
            <p:ph type="title"/>
          </p:nvPr>
        </p:nvSpPr>
        <p:spPr/>
        <p:txBody>
          <a:bodyPr/>
          <a:lstStyle/>
          <a:p>
            <a:r>
              <a:rPr lang="fr-FR" dirty="0"/>
              <a:t>IV.	Le système d’information</a:t>
            </a:r>
          </a:p>
        </p:txBody>
      </p:sp>
      <p:sp>
        <p:nvSpPr>
          <p:cNvPr id="3" name="Espace réservé du contenu 2">
            <a:extLst>
              <a:ext uri="{FF2B5EF4-FFF2-40B4-BE49-F238E27FC236}">
                <a16:creationId xmlns:a16="http://schemas.microsoft.com/office/drawing/2014/main" id="{0A92AB08-8195-5C81-E167-9220B47CD2D1}"/>
              </a:ext>
            </a:extLst>
          </p:cNvPr>
          <p:cNvSpPr>
            <a:spLocks noGrp="1"/>
          </p:cNvSpPr>
          <p:nvPr>
            <p:ph idx="1"/>
          </p:nvPr>
        </p:nvSpPr>
        <p:spPr/>
        <p:txBody>
          <a:bodyPr/>
          <a:lstStyle/>
          <a:p>
            <a:pPr algn="just">
              <a:lnSpc>
                <a:spcPct val="107000"/>
              </a:lnSpc>
              <a:spcAft>
                <a:spcPts val="800"/>
              </a:spcAft>
            </a:pPr>
            <a:r>
              <a:rPr lang="fr-FR" sz="2400" dirty="0">
                <a:effectLst/>
                <a:latin typeface="Gentium Book Basic" panose="02000503060000020004" pitchFamily="2" charset="0"/>
                <a:ea typeface="Calibri" panose="020F0502020204030204" pitchFamily="34" charset="0"/>
                <a:cs typeface="Calibri" panose="020F0502020204030204" pitchFamily="34" charset="0"/>
              </a:rPr>
              <a:t>Il faut donc maitriser l’information qui passe dans l’organisation. Ainsi le Système d’information a deux rôles principaux :</a:t>
            </a:r>
          </a:p>
          <a:p>
            <a:pPr lvl="1" algn="just">
              <a:lnSpc>
                <a:spcPct val="107000"/>
              </a:lnSpc>
              <a:spcAft>
                <a:spcPts val="800"/>
              </a:spcAft>
            </a:pPr>
            <a:r>
              <a:rPr lang="fr-FR" sz="2400" dirty="0">
                <a:effectLst/>
                <a:latin typeface="Gentium Book Basic" panose="02000503060000020004" pitchFamily="2" charset="0"/>
                <a:ea typeface="Calibri" panose="020F0502020204030204" pitchFamily="34" charset="0"/>
                <a:cs typeface="Calibri" panose="020F0502020204030204" pitchFamily="34" charset="0"/>
              </a:rPr>
              <a:t> Gérer l’information (flux internes et externes)</a:t>
            </a:r>
          </a:p>
          <a:p>
            <a:pPr lvl="1" algn="just">
              <a:lnSpc>
                <a:spcPct val="107000"/>
              </a:lnSpc>
              <a:spcAft>
                <a:spcPts val="800"/>
              </a:spcAft>
            </a:pPr>
            <a:r>
              <a:rPr lang="fr-FR" sz="2400" dirty="0">
                <a:effectLst/>
                <a:latin typeface="Gentium Book Basic" panose="02000503060000020004" pitchFamily="2" charset="0"/>
                <a:ea typeface="Calibri" panose="020F0502020204030204" pitchFamily="34" charset="0"/>
                <a:cs typeface="Calibri" panose="020F0502020204030204" pitchFamily="34" charset="0"/>
              </a:rPr>
              <a:t>Assurer le lien entre le système de pilotage et le système opérant</a:t>
            </a:r>
          </a:p>
          <a:p>
            <a:endParaRPr lang="fr-FR" dirty="0">
              <a:latin typeface="Gentium Basic" panose="02000503060000020004" pitchFamily="2" charset="0"/>
            </a:endParaRPr>
          </a:p>
        </p:txBody>
      </p:sp>
    </p:spTree>
    <p:extLst>
      <p:ext uri="{BB962C8B-B14F-4D97-AF65-F5344CB8AC3E}">
        <p14:creationId xmlns:p14="http://schemas.microsoft.com/office/powerpoint/2010/main" val="36543217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EE0A9F8-C1C6-74F9-CB9E-DB49C55727BB}"/>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73E42296-AA34-A9BA-CADB-1A74780F650A}"/>
              </a:ext>
            </a:extLst>
          </p:cNvPr>
          <p:cNvSpPr>
            <a:spLocks noGrp="1"/>
          </p:cNvSpPr>
          <p:nvPr>
            <p:ph idx="1"/>
          </p:nvPr>
        </p:nvSpPr>
        <p:spPr/>
        <p:txBody>
          <a:bodyPr/>
          <a:lstStyle/>
          <a:p>
            <a:endParaRPr lang="fr-FR"/>
          </a:p>
        </p:txBody>
      </p:sp>
      <p:pic>
        <p:nvPicPr>
          <p:cNvPr id="4" name="Image5">
            <a:extLst>
              <a:ext uri="{FF2B5EF4-FFF2-40B4-BE49-F238E27FC236}">
                <a16:creationId xmlns:a16="http://schemas.microsoft.com/office/drawing/2014/main" id="{158F2F34-08A2-E26D-E5E9-6A91A6E9ECF0}"/>
              </a:ext>
            </a:extLst>
          </p:cNvPr>
          <p:cNvPicPr>
            <a:picLocks noChangeAspect="1"/>
          </p:cNvPicPr>
          <p:nvPr/>
        </p:nvPicPr>
        <p:blipFill>
          <a:blip r:embed="rId2"/>
          <a:stretch>
            <a:fillRect/>
          </a:stretch>
        </p:blipFill>
        <p:spPr bwMode="auto">
          <a:xfrm>
            <a:off x="1581059" y="452718"/>
            <a:ext cx="8179390" cy="5772998"/>
          </a:xfrm>
          <a:prstGeom prst="rect">
            <a:avLst/>
          </a:prstGeom>
        </p:spPr>
      </p:pic>
    </p:spTree>
    <p:extLst>
      <p:ext uri="{BB962C8B-B14F-4D97-AF65-F5344CB8AC3E}">
        <p14:creationId xmlns:p14="http://schemas.microsoft.com/office/powerpoint/2010/main" val="29633837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9D61053-DB9F-D382-369D-D133BE21604D}"/>
              </a:ext>
            </a:extLst>
          </p:cNvPr>
          <p:cNvSpPr>
            <a:spLocks noGrp="1"/>
          </p:cNvSpPr>
          <p:nvPr>
            <p:ph type="title"/>
          </p:nvPr>
        </p:nvSpPr>
        <p:spPr/>
        <p:txBody>
          <a:bodyPr/>
          <a:lstStyle/>
          <a:p>
            <a:r>
              <a:rPr lang="fr-FR" dirty="0"/>
              <a:t>V.	L’innovation</a:t>
            </a:r>
          </a:p>
        </p:txBody>
      </p:sp>
      <p:sp>
        <p:nvSpPr>
          <p:cNvPr id="4" name="Espace réservé du contenu 3">
            <a:extLst>
              <a:ext uri="{FF2B5EF4-FFF2-40B4-BE49-F238E27FC236}">
                <a16:creationId xmlns:a16="http://schemas.microsoft.com/office/drawing/2014/main" id="{F62E85FA-302E-85B8-C121-A81390980CB8}"/>
              </a:ext>
            </a:extLst>
          </p:cNvPr>
          <p:cNvSpPr>
            <a:spLocks noGrp="1"/>
          </p:cNvSpPr>
          <p:nvPr>
            <p:ph idx="1"/>
          </p:nvPr>
        </p:nvSpPr>
        <p:spPr/>
        <p:txBody>
          <a:bodyPr>
            <a:normAutofit/>
          </a:bodyPr>
          <a:lstStyle/>
          <a:p>
            <a:pPr algn="just">
              <a:lnSpc>
                <a:spcPct val="107000"/>
              </a:lnSpc>
              <a:spcAft>
                <a:spcPts val="800"/>
              </a:spcAft>
            </a:pPr>
            <a:r>
              <a:rPr lang="fr-FR" b="1" dirty="0">
                <a:effectLst/>
                <a:latin typeface="Gentium Book Basic" panose="02000503060000020004" pitchFamily="2" charset="0"/>
                <a:ea typeface="Calibri" panose="020F0502020204030204" pitchFamily="34" charset="0"/>
                <a:cs typeface="Calibri" panose="020F0502020204030204" pitchFamily="34" charset="0"/>
              </a:rPr>
              <a:t>Innovation </a:t>
            </a:r>
            <a:r>
              <a:rPr lang="fr-FR" dirty="0">
                <a:effectLst/>
                <a:latin typeface="Gentium Book Basic" panose="02000503060000020004" pitchFamily="2" charset="0"/>
                <a:ea typeface="Calibri" panose="020F0502020204030204" pitchFamily="34" charset="0"/>
                <a:cs typeface="Calibri" panose="020F0502020204030204" pitchFamily="34" charset="0"/>
              </a:rPr>
              <a:t>: C’est un produit ou un processus (ou une combinaison des deux) nouveau ou amélioré qui diffère sensiblement des produits ou processus précédents d’une unité et a été mis à la disposition d’utilisateurs potentiels (produit) ou mis en œuvre par l’unité (processus). L’unité signifie l’acteur responsable de l’innovation comme une entreprise, un regroupement de firmes, un individu…</a:t>
            </a:r>
          </a:p>
          <a:p>
            <a:pPr marL="0" indent="0">
              <a:buNone/>
            </a:pPr>
            <a:r>
              <a:rPr lang="fr-FR" u="sng" dirty="0">
                <a:effectLst/>
                <a:latin typeface="Gentium Book Basic" panose="02000503060000020004" pitchFamily="2" charset="0"/>
                <a:ea typeface="Calibri" panose="020F0502020204030204" pitchFamily="34" charset="0"/>
                <a:cs typeface="Calibri" panose="020F0502020204030204" pitchFamily="34" charset="0"/>
              </a:rPr>
              <a:t>Remarque</a:t>
            </a:r>
            <a:r>
              <a:rPr lang="fr-FR" dirty="0">
                <a:effectLst/>
                <a:latin typeface="Gentium Book Basic" panose="02000503060000020004" pitchFamily="2" charset="0"/>
                <a:ea typeface="Calibri" panose="020F0502020204030204" pitchFamily="34" charset="0"/>
                <a:cs typeface="Calibri" panose="020F0502020204030204" pitchFamily="34" charset="0"/>
              </a:rPr>
              <a:t> : Elle peut désigner l’action aussi bien que le résultat. Souvent elle souligne le degré de nouveauté.</a:t>
            </a:r>
          </a:p>
          <a:p>
            <a:pPr marL="0" indent="0">
              <a:buNone/>
            </a:pPr>
            <a:endParaRPr lang="fr-FR" dirty="0"/>
          </a:p>
        </p:txBody>
      </p:sp>
      <p:sp>
        <p:nvSpPr>
          <p:cNvPr id="5" name="ZoneTexte 4">
            <a:extLst>
              <a:ext uri="{FF2B5EF4-FFF2-40B4-BE49-F238E27FC236}">
                <a16:creationId xmlns:a16="http://schemas.microsoft.com/office/drawing/2014/main" id="{DA2F1162-6977-23AC-E258-EE60BEA1DFF7}"/>
              </a:ext>
            </a:extLst>
          </p:cNvPr>
          <p:cNvSpPr txBox="1"/>
          <p:nvPr/>
        </p:nvSpPr>
        <p:spPr>
          <a:xfrm>
            <a:off x="533816" y="5233265"/>
            <a:ext cx="2862513" cy="646331"/>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r>
              <a:rPr lang="fr-FR" sz="1800" b="1" dirty="0">
                <a:latin typeface="Gentium Book Basic" panose="02000503060000020004" pitchFamily="2" charset="0"/>
                <a:ea typeface="Calibri" panose="020F0502020204030204" pitchFamily="34" charset="0"/>
                <a:cs typeface="Calibri" panose="020F0502020204030204" pitchFamily="34" charset="0"/>
              </a:rPr>
              <a:t>Exercice 3: Apple</a:t>
            </a:r>
            <a:endParaRPr lang="fr-FR" sz="2400" b="1" dirty="0">
              <a:latin typeface="Gentium Book Basic" panose="02000503060000020004" pitchFamily="2" charset="0"/>
              <a:ea typeface="Calibri" panose="020F0502020204030204" pitchFamily="34" charset="0"/>
              <a:cs typeface="Calibri" panose="020F0502020204030204" pitchFamily="34" charset="0"/>
            </a:endParaRPr>
          </a:p>
          <a:p>
            <a:endParaRPr lang="fr-FR" dirty="0"/>
          </a:p>
        </p:txBody>
      </p:sp>
    </p:spTree>
    <p:extLst>
      <p:ext uri="{BB962C8B-B14F-4D97-AF65-F5344CB8AC3E}">
        <p14:creationId xmlns:p14="http://schemas.microsoft.com/office/powerpoint/2010/main" val="30783385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ECE4E5-0B23-6D3B-9646-7FC4B4FB695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0B3F15B-729C-AD20-901F-478E9FC25A70}"/>
              </a:ext>
            </a:extLst>
          </p:cNvPr>
          <p:cNvSpPr>
            <a:spLocks noGrp="1"/>
          </p:cNvSpPr>
          <p:nvPr>
            <p:ph type="title"/>
          </p:nvPr>
        </p:nvSpPr>
        <p:spPr/>
        <p:txBody>
          <a:bodyPr/>
          <a:lstStyle/>
          <a:p>
            <a:r>
              <a:rPr lang="fr-FR" dirty="0"/>
              <a:t>V.	L’innovation</a:t>
            </a:r>
          </a:p>
        </p:txBody>
      </p:sp>
      <p:sp>
        <p:nvSpPr>
          <p:cNvPr id="4" name="Espace réservé du contenu 3">
            <a:extLst>
              <a:ext uri="{FF2B5EF4-FFF2-40B4-BE49-F238E27FC236}">
                <a16:creationId xmlns:a16="http://schemas.microsoft.com/office/drawing/2014/main" id="{072A787B-7467-A28B-537E-7B5AE3EE6172}"/>
              </a:ext>
            </a:extLst>
          </p:cNvPr>
          <p:cNvSpPr>
            <a:spLocks noGrp="1"/>
          </p:cNvSpPr>
          <p:nvPr>
            <p:ph idx="1"/>
          </p:nvPr>
        </p:nvSpPr>
        <p:spPr/>
        <p:txBody>
          <a:bodyPr>
            <a:normAutofit/>
          </a:bodyPr>
          <a:lstStyle/>
          <a:p>
            <a:pPr algn="just">
              <a:lnSpc>
                <a:spcPct val="107000"/>
              </a:lnSpc>
              <a:spcAft>
                <a:spcPts val="800"/>
              </a:spcAft>
            </a:pPr>
            <a:r>
              <a:rPr lang="fr-FR" dirty="0">
                <a:effectLst/>
                <a:latin typeface="Gentium Book Basic" panose="02000503060000020004" pitchFamily="2" charset="0"/>
                <a:ea typeface="Calibri" panose="020F0502020204030204" pitchFamily="34" charset="0"/>
                <a:cs typeface="Calibri" panose="020F0502020204030204" pitchFamily="34" charset="0"/>
              </a:rPr>
              <a:t>Il existe deux types d’innovations :</a:t>
            </a:r>
          </a:p>
          <a:p>
            <a:pPr marL="342900" lvl="0" indent="-342900" algn="just">
              <a:lnSpc>
                <a:spcPct val="107000"/>
              </a:lnSpc>
              <a:buFont typeface="Wingdings" panose="05000000000000000000" pitchFamily="2" charset="2"/>
              <a:buChar char=""/>
            </a:pPr>
            <a:r>
              <a:rPr lang="fr-FR" b="1" dirty="0">
                <a:effectLst/>
                <a:latin typeface="Gentium Book Basic" panose="02000503060000020004" pitchFamily="2" charset="0"/>
                <a:ea typeface="Calibri" panose="020F0502020204030204" pitchFamily="34" charset="0"/>
                <a:cs typeface="Calibri" panose="020F0502020204030204" pitchFamily="34" charset="0"/>
              </a:rPr>
              <a:t>L’innovation produit</a:t>
            </a:r>
            <a:r>
              <a:rPr lang="fr-FR" dirty="0">
                <a:effectLst/>
                <a:latin typeface="Gentium Book Basic" panose="02000503060000020004" pitchFamily="2" charset="0"/>
                <a:ea typeface="Calibri" panose="020F0502020204030204" pitchFamily="34" charset="0"/>
                <a:cs typeface="Calibri" panose="020F0502020204030204" pitchFamily="34" charset="0"/>
              </a:rPr>
              <a:t> : désigne l’introduction sur le marché d’un bien ou d’un service nouveau ou amélioré qui diffère sensiblement des biens ou services proposés jusque-là.</a:t>
            </a:r>
          </a:p>
          <a:p>
            <a:pPr marL="114300" indent="0" algn="just">
              <a:lnSpc>
                <a:spcPct val="107000"/>
              </a:lnSpc>
              <a:buNone/>
            </a:pPr>
            <a:r>
              <a:rPr lang="fr-FR" dirty="0">
                <a:effectLst/>
                <a:latin typeface="Gentium Book Basic" panose="02000503060000020004" pitchFamily="2" charset="0"/>
                <a:ea typeface="Calibri" panose="020F0502020204030204" pitchFamily="34" charset="0"/>
                <a:cs typeface="Calibri" panose="020F0502020204030204" pitchFamily="34" charset="0"/>
              </a:rPr>
              <a:t> </a:t>
            </a:r>
          </a:p>
          <a:p>
            <a:pPr marL="342900" lvl="0" indent="-342900" algn="just">
              <a:lnSpc>
                <a:spcPct val="107000"/>
              </a:lnSpc>
              <a:spcAft>
                <a:spcPts val="800"/>
              </a:spcAft>
              <a:buFont typeface="Wingdings" panose="05000000000000000000" pitchFamily="2" charset="2"/>
              <a:buChar char=""/>
            </a:pPr>
            <a:r>
              <a:rPr lang="fr-FR" b="1" dirty="0">
                <a:effectLst/>
                <a:latin typeface="Gentium Book Basic" panose="02000503060000020004" pitchFamily="2" charset="0"/>
                <a:ea typeface="Calibri" panose="020F0502020204030204" pitchFamily="34" charset="0"/>
                <a:cs typeface="Calibri" panose="020F0502020204030204" pitchFamily="34" charset="0"/>
              </a:rPr>
              <a:t>L’innovation de processus d’affaires</a:t>
            </a:r>
            <a:r>
              <a:rPr lang="fr-FR" dirty="0">
                <a:effectLst/>
                <a:latin typeface="Gentium Book Basic" panose="02000503060000020004" pitchFamily="2" charset="0"/>
                <a:ea typeface="Calibri" panose="020F0502020204030204" pitchFamily="34" charset="0"/>
                <a:cs typeface="Calibri" panose="020F0502020204030204" pitchFamily="34" charset="0"/>
              </a:rPr>
              <a:t> : Elle désigne un processus d’affaires nouveau ou amélioré pour une ou plusieurs fonction(s), qui diffère sensiblement de ceux qui étaient précédemment mis en œuvre par l’organisation.</a:t>
            </a:r>
          </a:p>
          <a:p>
            <a:pPr marL="0" indent="0" algn="just">
              <a:lnSpc>
                <a:spcPct val="107000"/>
              </a:lnSpc>
              <a:spcAft>
                <a:spcPts val="800"/>
              </a:spcAft>
              <a:buNone/>
            </a:pPr>
            <a:endParaRPr lang="fr-FR" dirty="0"/>
          </a:p>
        </p:txBody>
      </p:sp>
      <p:sp>
        <p:nvSpPr>
          <p:cNvPr id="5" name="ZoneTexte 4">
            <a:extLst>
              <a:ext uri="{FF2B5EF4-FFF2-40B4-BE49-F238E27FC236}">
                <a16:creationId xmlns:a16="http://schemas.microsoft.com/office/drawing/2014/main" id="{A484968D-529F-1BC5-1B59-79A3FE2EA0CF}"/>
              </a:ext>
            </a:extLst>
          </p:cNvPr>
          <p:cNvSpPr txBox="1"/>
          <p:nvPr/>
        </p:nvSpPr>
        <p:spPr>
          <a:xfrm>
            <a:off x="501732" y="5602068"/>
            <a:ext cx="3637131" cy="646331"/>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r>
              <a:rPr lang="fr-FR" sz="1800" b="1" dirty="0">
                <a:latin typeface="Gentium Book Basic" panose="02000503060000020004" pitchFamily="2" charset="0"/>
                <a:ea typeface="Calibri" panose="020F0502020204030204" pitchFamily="34" charset="0"/>
                <a:cs typeface="Calibri" panose="020F0502020204030204" pitchFamily="34" charset="0"/>
              </a:rPr>
              <a:t>Exercice 4</a:t>
            </a:r>
            <a:r>
              <a:rPr lang="fr-FR" b="1" dirty="0">
                <a:latin typeface="Gentium Book Basic" panose="02000503060000020004" pitchFamily="2" charset="0"/>
                <a:ea typeface="Calibri" panose="020F0502020204030204" pitchFamily="34" charset="0"/>
                <a:cs typeface="Calibri" panose="020F0502020204030204" pitchFamily="34" charset="0"/>
              </a:rPr>
              <a:t>: Types d’innovation</a:t>
            </a:r>
            <a:endParaRPr lang="fr-FR" sz="2400" b="1" dirty="0">
              <a:latin typeface="Gentium Book Basic" panose="02000503060000020004" pitchFamily="2" charset="0"/>
              <a:ea typeface="Calibri" panose="020F0502020204030204" pitchFamily="34" charset="0"/>
              <a:cs typeface="Calibri" panose="020F0502020204030204" pitchFamily="34" charset="0"/>
            </a:endParaRPr>
          </a:p>
          <a:p>
            <a:endParaRPr lang="fr-FR" dirty="0"/>
          </a:p>
        </p:txBody>
      </p:sp>
    </p:spTree>
    <p:extLst>
      <p:ext uri="{BB962C8B-B14F-4D97-AF65-F5344CB8AC3E}">
        <p14:creationId xmlns:p14="http://schemas.microsoft.com/office/powerpoint/2010/main" val="156607040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BACC050B-8757-4460-95D8-E37B46A6B421}"/>
    </a:ext>
  </a:extLst>
</a:theme>
</file>

<file path=docProps/app.xml><?xml version="1.0" encoding="utf-8"?>
<Properties xmlns="http://schemas.openxmlformats.org/officeDocument/2006/extended-properties" xmlns:vt="http://schemas.openxmlformats.org/officeDocument/2006/docPropsVTypes">
  <Template>Ion</Template>
  <TotalTime>88</TotalTime>
  <Words>1094</Words>
  <Application>Microsoft Office PowerPoint</Application>
  <PresentationFormat>Grand écran</PresentationFormat>
  <Paragraphs>126</Paragraphs>
  <Slides>24</Slides>
  <Notes>0</Notes>
  <HiddenSlides>0</HiddenSlides>
  <MMClips>1</MMClips>
  <ScaleCrop>false</ScaleCrop>
  <HeadingPairs>
    <vt:vector size="8" baseType="variant">
      <vt:variant>
        <vt:lpstr>Polices utilisées</vt:lpstr>
      </vt:variant>
      <vt:variant>
        <vt:i4>7</vt:i4>
      </vt:variant>
      <vt:variant>
        <vt:lpstr>Thème</vt:lpstr>
      </vt:variant>
      <vt:variant>
        <vt:i4>1</vt:i4>
      </vt:variant>
      <vt:variant>
        <vt:lpstr>Serveurs OLE incorporés</vt:lpstr>
      </vt:variant>
      <vt:variant>
        <vt:i4>1</vt:i4>
      </vt:variant>
      <vt:variant>
        <vt:lpstr>Titres des diapositives</vt:lpstr>
      </vt:variant>
      <vt:variant>
        <vt:i4>24</vt:i4>
      </vt:variant>
    </vt:vector>
  </HeadingPairs>
  <TitlesOfParts>
    <vt:vector size="33" baseType="lpstr">
      <vt:lpstr>Arial</vt:lpstr>
      <vt:lpstr>Century Gothic</vt:lpstr>
      <vt:lpstr>Gentium Basic</vt:lpstr>
      <vt:lpstr>Gentium Book Basic</vt:lpstr>
      <vt:lpstr>Symbol</vt:lpstr>
      <vt:lpstr>Wingdings</vt:lpstr>
      <vt:lpstr>Wingdings 3</vt:lpstr>
      <vt:lpstr>Ion</vt:lpstr>
      <vt:lpstr>Document</vt:lpstr>
      <vt:lpstr>TD 1 : SI et innovations</vt:lpstr>
      <vt:lpstr>Présentation PowerPoint</vt:lpstr>
      <vt:lpstr>Plan de la séance</vt:lpstr>
      <vt:lpstr>I. La différence fondamentale entre SI et TIC</vt:lpstr>
      <vt:lpstr>I. La différence fondamentale entre SI et TIC  </vt:lpstr>
      <vt:lpstr>Présentation PowerPoint</vt:lpstr>
      <vt:lpstr>I. La différence fondamentale entre SI et TIC  </vt:lpstr>
      <vt:lpstr>I. La différence fondamentale entre SI et TIC  </vt:lpstr>
      <vt:lpstr>I. La différence fondamentale entre SI et TIC  </vt:lpstr>
      <vt:lpstr>Présentation PowerPoint</vt:lpstr>
      <vt:lpstr>II. La pyramide des DICS</vt:lpstr>
      <vt:lpstr>Présentation PowerPoint</vt:lpstr>
      <vt:lpstr>II. La pyramide des DICS</vt:lpstr>
      <vt:lpstr>II. La pyramide des DICS</vt:lpstr>
      <vt:lpstr>Présentation PowerPoint</vt:lpstr>
      <vt:lpstr>III. Le système</vt:lpstr>
      <vt:lpstr>III. Le système</vt:lpstr>
      <vt:lpstr>III. Le système</vt:lpstr>
      <vt:lpstr>IV. Le système d’information</vt:lpstr>
      <vt:lpstr>IV. Le système d’information</vt:lpstr>
      <vt:lpstr>IV. Le système d’information</vt:lpstr>
      <vt:lpstr>Présentation PowerPoint</vt:lpstr>
      <vt:lpstr>V. L’innovation</vt:lpstr>
      <vt:lpstr>V. L’innovation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Clément Terrasse</dc:creator>
  <cp:lastModifiedBy>Clément Terrasse</cp:lastModifiedBy>
  <cp:revision>14</cp:revision>
  <dcterms:created xsi:type="dcterms:W3CDTF">2024-10-16T14:17:39Z</dcterms:created>
  <dcterms:modified xsi:type="dcterms:W3CDTF">2024-10-16T20:01:22Z</dcterms:modified>
</cp:coreProperties>
</file>